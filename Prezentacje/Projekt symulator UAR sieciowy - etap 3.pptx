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notesMasterIdLst>
    <p:notesMasterId r:id="rId15"/>
  </p:notesMasterIdLst>
  <p:sldIdLst>
    <p:sldId id="256" r:id="rId2"/>
    <p:sldId id="263" r:id="rId3"/>
    <p:sldId id="300" r:id="rId4"/>
    <p:sldId id="306" r:id="rId5"/>
    <p:sldId id="307" r:id="rId6"/>
    <p:sldId id="295" r:id="rId7"/>
    <p:sldId id="301" r:id="rId8"/>
    <p:sldId id="302" r:id="rId9"/>
    <p:sldId id="303" r:id="rId10"/>
    <p:sldId id="304" r:id="rId11"/>
    <p:sldId id="305" r:id="rId12"/>
    <p:sldId id="299" r:id="rId13"/>
    <p:sldId id="25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080556-303A-4B20-BD94-0D3CAEB64073}" v="1" dt="2026-05-15T12:59:47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il Warczek (kw316241)" userId="f3db8089-45d3-4ce7-81b6-9eb81915560c" providerId="ADAL" clId="{C3BDEFB5-E591-4296-8B5E-D036F4630AA8}"/>
    <pc:docChg chg="undo custSel addSld delSld modSld sldOrd">
      <pc:chgData name="Kamil Warczek (kw316241)" userId="f3db8089-45d3-4ce7-81b6-9eb81915560c" providerId="ADAL" clId="{C3BDEFB5-E591-4296-8B5E-D036F4630AA8}" dt="2026-05-15T12:59:47.969" v="2910" actId="478"/>
      <pc:docMkLst>
        <pc:docMk/>
      </pc:docMkLst>
      <pc:sldChg chg="addSp delSp modSp">
        <pc:chgData name="Kamil Warczek (kw316241)" userId="f3db8089-45d3-4ce7-81b6-9eb81915560c" providerId="ADAL" clId="{C3BDEFB5-E591-4296-8B5E-D036F4630AA8}" dt="2026-05-15T12:59:47.969" v="2910" actId="478"/>
        <pc:sldMkLst>
          <pc:docMk/>
          <pc:sldMk cId="2119041043" sldId="257"/>
        </pc:sldMkLst>
        <pc:spChg chg="add mod">
          <ac:chgData name="Kamil Warczek (kw316241)" userId="f3db8089-45d3-4ce7-81b6-9eb81915560c" providerId="ADAL" clId="{C3BDEFB5-E591-4296-8B5E-D036F4630AA8}" dt="2026-05-15T12:59:47.969" v="2910" actId="478"/>
          <ac:spMkLst>
            <pc:docMk/>
            <pc:sldMk cId="2119041043" sldId="257"/>
            <ac:spMk id="2" creationId="{076D36BF-3792-BE45-1E4A-DE9DCD586909}"/>
          </ac:spMkLst>
        </pc:spChg>
        <pc:picChg chg="del">
          <ac:chgData name="Kamil Warczek (kw316241)" userId="f3db8089-45d3-4ce7-81b6-9eb81915560c" providerId="ADAL" clId="{C3BDEFB5-E591-4296-8B5E-D036F4630AA8}" dt="2026-05-15T12:59:47.969" v="2910" actId="478"/>
          <ac:picMkLst>
            <pc:docMk/>
            <pc:sldMk cId="2119041043" sldId="257"/>
            <ac:picMk id="1030" creationId="{4DFCE155-1086-CF3E-91FB-AF6552438A56}"/>
          </ac:picMkLst>
        </pc:picChg>
      </pc:sldChg>
    </pc:docChg>
  </pc:docChgLst>
  <pc:docChgLst>
    <pc:chgData name="Antoni Surowy (as316262)" userId="c705f741-d7f3-443d-9c16-c092a505f8ed" providerId="ADAL" clId="{A9656A30-4B71-46DA-BA51-77958D77FA8D}"/>
    <pc:docChg chg="custSel addSld modSld sldOrd">
      <pc:chgData name="Antoni Surowy (as316262)" userId="c705f741-d7f3-443d-9c16-c092a505f8ed" providerId="ADAL" clId="{A9656A30-4B71-46DA-BA51-77958D77FA8D}" dt="2026-04-22T07:08:08.909" v="104" actId="1076"/>
      <pc:docMkLst>
        <pc:docMk/>
      </pc:docMkLst>
      <pc:sldChg chg="addSp delSp modSp add mod ord">
        <pc:chgData name="Antoni Surowy (as316262)" userId="c705f741-d7f3-443d-9c16-c092a505f8ed" providerId="ADAL" clId="{A9656A30-4B71-46DA-BA51-77958D77FA8D}" dt="2026-04-22T07:04:17.680" v="88" actId="1076"/>
        <pc:sldMkLst>
          <pc:docMk/>
          <pc:sldMk cId="3700534092" sldId="299"/>
        </pc:sldMkLst>
        <pc:spChg chg="mod">
          <ac:chgData name="Antoni Surowy (as316262)" userId="c705f741-d7f3-443d-9c16-c092a505f8ed" providerId="ADAL" clId="{A9656A30-4B71-46DA-BA51-77958D77FA8D}" dt="2026-04-22T07:02:18.499" v="74" actId="20577"/>
          <ac:spMkLst>
            <pc:docMk/>
            <pc:sldMk cId="3700534092" sldId="299"/>
            <ac:spMk id="4" creationId="{F45C82BC-217E-2063-8DEA-88597E381C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226B0-7B25-435F-86DA-5D9F46963E76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9841B-329E-4BBA-8373-BACC083F1D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838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90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508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8858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631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589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759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869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813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001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7767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0392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01010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5597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3485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2106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751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A0B57-D144-479F-8273-2D8DD2F3C1A3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7891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as316262@student.polsl.pl" TargetMode="External"/><Relationship Id="rId2" Type="http://schemas.openxmlformats.org/officeDocument/2006/relationships/hyperlink" Target="mailto:kw316241@student.polsl.pl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0806C6-65E3-F2F2-DB07-802437C1F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Symulator UAR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2BC65E4-D068-35A2-6142-3CD003126B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Wersja działająca w środowisku sieciowym</a:t>
            </a:r>
          </a:p>
        </p:txBody>
      </p:sp>
    </p:spTree>
    <p:extLst>
      <p:ext uri="{BB962C8B-B14F-4D97-AF65-F5344CB8AC3E}">
        <p14:creationId xmlns:p14="http://schemas.microsoft.com/office/powerpoint/2010/main" val="102090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1D9202-ADC9-563C-4204-62BA55B3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Wykrywanie opóźnień sieciowych</a:t>
            </a:r>
          </a:p>
        </p:txBody>
      </p:sp>
    </p:spTree>
    <p:extLst>
      <p:ext uri="{BB962C8B-B14F-4D97-AF65-F5344CB8AC3E}">
        <p14:creationId xmlns:p14="http://schemas.microsoft.com/office/powerpoint/2010/main" val="2224443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D425A520-495A-7D23-C30D-68723E3C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Schemat działania</a:t>
            </a:r>
          </a:p>
        </p:txBody>
      </p: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08D815E2-4D75-E92B-4D48-BB5708A57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grpSp>
        <p:nvGrpSpPr>
          <p:cNvPr id="10" name="Grupa 9">
            <a:extLst>
              <a:ext uri="{FF2B5EF4-FFF2-40B4-BE49-F238E27FC236}">
                <a16:creationId xmlns:a16="http://schemas.microsoft.com/office/drawing/2014/main" id="{3084DED8-FF63-D670-74EA-10C45595FE55}"/>
              </a:ext>
            </a:extLst>
          </p:cNvPr>
          <p:cNvGrpSpPr/>
          <p:nvPr/>
        </p:nvGrpSpPr>
        <p:grpSpPr>
          <a:xfrm>
            <a:off x="1897818" y="2890346"/>
            <a:ext cx="7777246" cy="9354822"/>
            <a:chOff x="5549871" y="37806"/>
            <a:chExt cx="5961807" cy="7940161"/>
          </a:xfrm>
        </p:grpSpPr>
        <p:pic>
          <p:nvPicPr>
            <p:cNvPr id="7" name="Obraz 6">
              <a:extLst>
                <a:ext uri="{FF2B5EF4-FFF2-40B4-BE49-F238E27FC236}">
                  <a16:creationId xmlns:a16="http://schemas.microsoft.com/office/drawing/2014/main" id="{98B82257-DF7C-A393-5076-F062F3BD3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46"/>
            <a:stretch>
              <a:fillRect/>
            </a:stretch>
          </p:blipFill>
          <p:spPr>
            <a:xfrm>
              <a:off x="5549871" y="37806"/>
              <a:ext cx="5961807" cy="3391194"/>
            </a:xfrm>
            <a:prstGeom prst="rect">
              <a:avLst/>
            </a:prstGeom>
          </p:spPr>
        </p:pic>
        <p:pic>
          <p:nvPicPr>
            <p:cNvPr id="9" name="Obraz 8">
              <a:extLst>
                <a:ext uri="{FF2B5EF4-FFF2-40B4-BE49-F238E27FC236}">
                  <a16:creationId xmlns:a16="http://schemas.microsoft.com/office/drawing/2014/main" id="{A581D53C-F93C-6595-59A9-E03AE2F44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15" r="1310"/>
            <a:stretch>
              <a:fillRect/>
            </a:stretch>
          </p:blipFill>
          <p:spPr>
            <a:xfrm>
              <a:off x="5549872" y="2955855"/>
              <a:ext cx="5961806" cy="50221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837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22222E-6 L 0.00299 -0.8627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-4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DF00-4FB5-FE2D-9A2B-25748C7D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14AA5CDE-C363-74F7-E8DE-1092F062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Kod</a:t>
            </a:r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B1641993-4E24-41F4-BE09-6C5212756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19D5B190-94CC-D073-E93F-A33030760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21" y="2336873"/>
            <a:ext cx="8167020" cy="359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7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FDA27-CF66-C06A-01AD-1EA7511E4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20B686E3-90E6-3D11-BE58-BF06DE07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Kod</a:t>
            </a:r>
          </a:p>
        </p:txBody>
      </p:sp>
      <p:pic>
        <p:nvPicPr>
          <p:cNvPr id="3" name="Symbol zastępczy zawartości 2">
            <a:extLst>
              <a:ext uri="{FF2B5EF4-FFF2-40B4-BE49-F238E27FC236}">
                <a16:creationId xmlns:a16="http://schemas.microsoft.com/office/drawing/2014/main" id="{1FB058EA-04D6-A449-1790-6975618E0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320" y="2315779"/>
            <a:ext cx="8831541" cy="423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35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F59B4-F7A2-B648-3A0A-D8552DB8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8BA931-FF7C-370A-A24B-26A70949E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Protokół komunikacyjny</a:t>
            </a:r>
          </a:p>
        </p:txBody>
      </p:sp>
    </p:spTree>
    <p:extLst>
      <p:ext uri="{BB962C8B-B14F-4D97-AF65-F5344CB8AC3E}">
        <p14:creationId xmlns:p14="http://schemas.microsoft.com/office/powerpoint/2010/main" val="62640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E1EBA564-D2FF-D6AD-2F1F-1EB168FE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protokołu</a:t>
            </a:r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B927FF70-6498-742C-5F55-63B749D63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608" b="45094"/>
          <a:stretch>
            <a:fillRect/>
          </a:stretch>
        </p:blipFill>
        <p:spPr>
          <a:xfrm>
            <a:off x="258579" y="2420701"/>
            <a:ext cx="6257440" cy="3524209"/>
          </a:xfrm>
          <a:prstGeom prst="rect">
            <a:avLst/>
          </a:prstGeom>
        </p:spPr>
      </p:pic>
      <p:pic>
        <p:nvPicPr>
          <p:cNvPr id="8" name="Symbol zastępczy zawartości 6">
            <a:extLst>
              <a:ext uri="{FF2B5EF4-FFF2-40B4-BE49-F238E27FC236}">
                <a16:creationId xmlns:a16="http://schemas.microsoft.com/office/drawing/2014/main" id="{88FC224F-CB1B-DAAE-4E44-C0976A4B81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661"/>
          <a:stretch>
            <a:fillRect/>
          </a:stretch>
        </p:blipFill>
        <p:spPr>
          <a:xfrm>
            <a:off x="6678579" y="2562285"/>
            <a:ext cx="5359962" cy="324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8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02FE6-4BB6-317C-6255-FEE625321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61BF178C-1CCC-8A43-0DA3-14F1F48B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protokołu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A4AC3758-DA0B-63FA-2361-421C64B2D3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787033"/>
              </p:ext>
            </p:extLst>
          </p:nvPr>
        </p:nvGraphicFramePr>
        <p:xfrm>
          <a:off x="681038" y="2336800"/>
          <a:ext cx="961389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37">
                  <a:extLst>
                    <a:ext uri="{9D8B030D-6E8A-4147-A177-3AD203B41FA5}">
                      <a16:colId xmlns:a16="http://schemas.microsoft.com/office/drawing/2014/main" val="174213502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3499998138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3245616307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136404584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350812252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121731412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563279009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269184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88594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TYP: </a:t>
                      </a:r>
                      <a:r>
                        <a:rPr lang="pl-PL" dirty="0" err="1"/>
                        <a:t>enum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ProtocolActions</a:t>
                      </a:r>
                      <a:r>
                        <a:rPr lang="pl-PL" dirty="0"/>
                        <a:t> (akcja protokołu)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317141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910017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73996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31903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22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013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CC7CD-218B-0C54-9C52-BDF370762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05936A49-650D-250F-44CB-AE6E8BDAF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protokołu - Symulacja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FA8135D9-FEE4-6047-5914-46483C004D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520930"/>
              </p:ext>
            </p:extLst>
          </p:nvPr>
        </p:nvGraphicFramePr>
        <p:xfrm>
          <a:off x="681038" y="2336800"/>
          <a:ext cx="961389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37">
                  <a:extLst>
                    <a:ext uri="{9D8B030D-6E8A-4147-A177-3AD203B41FA5}">
                      <a16:colId xmlns:a16="http://schemas.microsoft.com/office/drawing/2014/main" val="174213502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3499998138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3245616307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136404584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350812252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121731412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563279009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269184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88594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TYP: </a:t>
                      </a:r>
                      <a:r>
                        <a:rPr lang="pl-PL" dirty="0" err="1"/>
                        <a:t>enum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ProtocolActions</a:t>
                      </a:r>
                      <a:r>
                        <a:rPr lang="pl-PL" dirty="0"/>
                        <a:t> (akcja protokołu)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317141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- ROZMIAR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910017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SimAmpleFromRegulator</a:t>
                      </a:r>
                      <a:r>
                        <a:rPr lang="pl-PL" dirty="0"/>
                        <a:t>) – Wartość z obiektu (8 MSB)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73996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SimAmpleFromRegulator</a:t>
                      </a:r>
                      <a:r>
                        <a:rPr lang="pl-PL" dirty="0"/>
                        <a:t>) - Wartość z obiektu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31903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SimAmpleFromRegulator</a:t>
                      </a:r>
                      <a:r>
                        <a:rPr lang="pl-PL" dirty="0"/>
                        <a:t>) - Wartość z obiektu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661063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SimAmpleFromRegulator</a:t>
                      </a:r>
                      <a:r>
                        <a:rPr lang="pl-PL" dirty="0"/>
                        <a:t>) - Wartość z obiektu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69901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SimAmpleFromRegulator</a:t>
                      </a:r>
                      <a:r>
                        <a:rPr lang="pl-PL" dirty="0"/>
                        <a:t>) - Wartość z obiektu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40782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SimAmpleFromRegulator</a:t>
                      </a:r>
                      <a:r>
                        <a:rPr lang="pl-PL" dirty="0"/>
                        <a:t>) - Wartość z obiektu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521200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SimAmpleFromRegulator</a:t>
                      </a:r>
                      <a:r>
                        <a:rPr lang="pl-PL" dirty="0"/>
                        <a:t>) - Wartość z obiektu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220305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SimAmpleFromRegulator</a:t>
                      </a:r>
                      <a:r>
                        <a:rPr lang="pl-PL" dirty="0"/>
                        <a:t>) - Wartość z obiektu (8 LSB)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362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913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A8458-8C5E-A85A-FCC8-03557ADA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7976DCA7-0CC6-8C44-A359-5F2191BC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protokołu - Kod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F6BE52D1-8801-E86B-E34C-B51C221F0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660556"/>
              </p:ext>
            </p:extLst>
          </p:nvPr>
        </p:nvGraphicFramePr>
        <p:xfrm>
          <a:off x="681038" y="2336800"/>
          <a:ext cx="961389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37">
                  <a:extLst>
                    <a:ext uri="{9D8B030D-6E8A-4147-A177-3AD203B41FA5}">
                      <a16:colId xmlns:a16="http://schemas.microsoft.com/office/drawing/2014/main" val="174213502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3499998138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3245616307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136404584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350812252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121731412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563279009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269184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88594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TYP: </a:t>
                      </a:r>
                      <a:r>
                        <a:rPr lang="pl-PL" dirty="0" err="1"/>
                        <a:t>enum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ProtocolActions</a:t>
                      </a:r>
                      <a:r>
                        <a:rPr lang="pl-PL" dirty="0"/>
                        <a:t> (akcja protokołu)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317141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- ROZMIAR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910017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unsigned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int</a:t>
                      </a:r>
                      <a:r>
                        <a:rPr lang="pl-PL" dirty="0"/>
                        <a:t>) – Kod autoryzacyjny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73996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unsigned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int</a:t>
                      </a:r>
                      <a:r>
                        <a:rPr lang="pl-PL" dirty="0"/>
                        <a:t>) – Kod autoryzacyjny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327325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unsigned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int</a:t>
                      </a:r>
                      <a:r>
                        <a:rPr lang="pl-PL" dirty="0"/>
                        <a:t>) – Kod autoryzacyjny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37865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unsigned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int</a:t>
                      </a:r>
                      <a:r>
                        <a:rPr lang="pl-PL" dirty="0"/>
                        <a:t>) – Kod autoryzacyjny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15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183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2F42-D3CB-0019-DF0D-82F73D657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39391B7C-CBC6-C5EE-7864-AD1A4E95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protokołu – Konfiguracja PID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DCBD4A92-0049-67EB-F516-22B4165DFF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4157209"/>
              </p:ext>
            </p:extLst>
          </p:nvPr>
        </p:nvGraphicFramePr>
        <p:xfrm>
          <a:off x="681038" y="2336800"/>
          <a:ext cx="961389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37">
                  <a:extLst>
                    <a:ext uri="{9D8B030D-6E8A-4147-A177-3AD203B41FA5}">
                      <a16:colId xmlns:a16="http://schemas.microsoft.com/office/drawing/2014/main" val="174213502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3499998138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3245616307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136404584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350812252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1217314123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563279009"/>
                    </a:ext>
                  </a:extLst>
                </a:gridCol>
                <a:gridCol w="1201737">
                  <a:extLst>
                    <a:ext uri="{9D8B030D-6E8A-4147-A177-3AD203B41FA5}">
                      <a16:colId xmlns:a16="http://schemas.microsoft.com/office/drawing/2014/main" val="2269184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88594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TYP: </a:t>
                      </a:r>
                      <a:r>
                        <a:rPr lang="pl-PL" dirty="0" err="1"/>
                        <a:t>enum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ProtocolActions</a:t>
                      </a:r>
                      <a:r>
                        <a:rPr lang="pl-PL" dirty="0"/>
                        <a:t> (akcja protokołu)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317141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- ROZMIAR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910017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(PID) – Stała całkowania (8 MSB)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73996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(PID) - Stała całkowania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31903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DANE: </a:t>
                      </a:r>
                      <a:r>
                        <a:rPr lang="pl-PL" dirty="0" err="1"/>
                        <a:t>QByteArray</a:t>
                      </a:r>
                      <a:r>
                        <a:rPr lang="pl-PL" dirty="0"/>
                        <a:t> (PID) - Stała całkowania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220305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 . . 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362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871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14552-182D-2422-64F3-04D45721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F45C82BC-217E-2063-8DEA-88597E38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Przekazywanie konfiguracji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BD07951-633A-BFD9-921C-89CF7BFFB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58" y="2124155"/>
            <a:ext cx="5756720" cy="875106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B4AF0E5E-1A26-7F14-3A92-CB35AE5C9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324" y="5658867"/>
            <a:ext cx="5127910" cy="891810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30D09214-FABE-07C6-6E8C-EB4E8841B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58" y="5444582"/>
            <a:ext cx="4415466" cy="1320380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824F9ABD-3B04-554E-C476-995500D3E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58" y="3036567"/>
            <a:ext cx="4381880" cy="2362405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9C128092-4874-A844-BA0F-3243596E9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766" y="4359160"/>
            <a:ext cx="4832561" cy="998652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3C448DE1-F791-D312-216C-55878340E2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8969" y="2124155"/>
            <a:ext cx="5039358" cy="194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3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2918BE9A-FA63-084C-82EF-355CCB5A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Dziękujemy za uwagę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19CF2418-43C3-4AB0-052D-54B066BC7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l-PL"/>
              <a:t>Kamil Warczek</a:t>
            </a:r>
          </a:p>
          <a:p>
            <a:r>
              <a:rPr lang="pl-PL">
                <a:hlinkClick r:id="rId2"/>
              </a:rPr>
              <a:t>kw316241@student.polsl.pl</a:t>
            </a:r>
            <a:endParaRPr lang="pl-PL"/>
          </a:p>
          <a:p>
            <a:r>
              <a:rPr lang="pl-PL"/>
              <a:t>Antoni Surowy</a:t>
            </a:r>
          </a:p>
          <a:p>
            <a:r>
              <a:rPr lang="pl-PL">
                <a:hlinkClick r:id="rId3"/>
              </a:rPr>
              <a:t>as316262@student.polsl.pl</a:t>
            </a:r>
            <a:endParaRPr lang="pl-PL"/>
          </a:p>
          <a:p>
            <a:endParaRPr lang="pl-PL"/>
          </a:p>
          <a:p>
            <a:endParaRPr lang="pl-PL"/>
          </a:p>
        </p:txBody>
      </p:sp>
      <p:sp>
        <p:nvSpPr>
          <p:cNvPr id="2" name="Symbol zastępczy obrazu 1">
            <a:extLst>
              <a:ext uri="{FF2B5EF4-FFF2-40B4-BE49-F238E27FC236}">
                <a16:creationId xmlns:a16="http://schemas.microsoft.com/office/drawing/2014/main" id="{076D36BF-3792-BE45-1E4A-DE9DCD586909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904104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30</TotalTime>
  <Words>304</Words>
  <Application>Microsoft Office PowerPoint</Application>
  <PresentationFormat>Panoramiczny</PresentationFormat>
  <Paragraphs>77</Paragraphs>
  <Slides>13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7" baseType="lpstr">
      <vt:lpstr>Aptos</vt:lpstr>
      <vt:lpstr>Arial</vt:lpstr>
      <vt:lpstr>Trebuchet MS</vt:lpstr>
      <vt:lpstr>Berlin</vt:lpstr>
      <vt:lpstr>Symulator UAR</vt:lpstr>
      <vt:lpstr>Wykrywanie opóźnień sieciowych</vt:lpstr>
      <vt:lpstr>Schemat działania</vt:lpstr>
      <vt:lpstr>Kod</vt:lpstr>
      <vt:lpstr>Kod</vt:lpstr>
      <vt:lpstr>Protokół komunikacyjny</vt:lpstr>
      <vt:lpstr>Opis protokołu</vt:lpstr>
      <vt:lpstr>Opis protokołu</vt:lpstr>
      <vt:lpstr>Opis protokołu - Symulacja</vt:lpstr>
      <vt:lpstr>Opis protokołu - Kod</vt:lpstr>
      <vt:lpstr>Opis protokołu – Konfiguracja PID</vt:lpstr>
      <vt:lpstr>Przekazywanie konfiguracji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Warczek (kw316241)</dc:creator>
  <cp:lastModifiedBy>Kamil Warczek (kw316241)</cp:lastModifiedBy>
  <cp:revision>4</cp:revision>
  <dcterms:created xsi:type="dcterms:W3CDTF">2026-03-18T22:01:09Z</dcterms:created>
  <dcterms:modified xsi:type="dcterms:W3CDTF">2026-05-15T12:59:56Z</dcterms:modified>
</cp:coreProperties>
</file>