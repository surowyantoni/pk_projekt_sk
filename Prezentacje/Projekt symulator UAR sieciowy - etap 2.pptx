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6" r:id="rId1"/>
  </p:sldMasterIdLst>
  <p:notesMasterIdLst>
    <p:notesMasterId r:id="rId13"/>
  </p:notesMasterIdLst>
  <p:sldIdLst>
    <p:sldId id="256" r:id="rId2"/>
    <p:sldId id="263" r:id="rId3"/>
    <p:sldId id="296" r:id="rId4"/>
    <p:sldId id="265" r:id="rId5"/>
    <p:sldId id="293" r:id="rId6"/>
    <p:sldId id="294" r:id="rId7"/>
    <p:sldId id="297" r:id="rId8"/>
    <p:sldId id="298" r:id="rId9"/>
    <p:sldId id="295" r:id="rId10"/>
    <p:sldId id="299" r:id="rId11"/>
    <p:sldId id="25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2C4A3EF-5C62-4F7C-9372-ABAFA29296C6}" v="103" dt="2026-04-22T07:08:08.90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 pośredni 2 — Ak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toni Surowy (as316262)" userId="S::as316262@student.polsl.pl::c705f741-d7f3-443d-9c16-c092a505f8ed" providerId="AD" clId="Web-{AEDE3295-EDF4-06B3-4B00-151BEDCCCE47}"/>
    <pc:docChg chg="modSld">
      <pc:chgData name="Antoni Surowy (as316262)" userId="S::as316262@student.polsl.pl::c705f741-d7f3-443d-9c16-c092a505f8ed" providerId="AD" clId="Web-{AEDE3295-EDF4-06B3-4B00-151BEDCCCE47}" dt="2026-03-30T11:30:05.331" v="0" actId="20577"/>
      <pc:docMkLst>
        <pc:docMk/>
      </pc:docMkLst>
      <pc:sldChg chg="modSp">
        <pc:chgData name="Antoni Surowy (as316262)" userId="S::as316262@student.polsl.pl::c705f741-d7f3-443d-9c16-c092a505f8ed" providerId="AD" clId="Web-{AEDE3295-EDF4-06B3-4B00-151BEDCCCE47}" dt="2026-03-30T11:30:05.331" v="0" actId="20577"/>
        <pc:sldMkLst>
          <pc:docMk/>
          <pc:sldMk cId="4133114744" sldId="266"/>
        </pc:sldMkLst>
        <pc:spChg chg="mod">
          <ac:chgData name="Antoni Surowy (as316262)" userId="S::as316262@student.polsl.pl::c705f741-d7f3-443d-9c16-c092a505f8ed" providerId="AD" clId="Web-{AEDE3295-EDF4-06B3-4B00-151BEDCCCE47}" dt="2026-03-30T11:30:05.331" v="0" actId="20577"/>
          <ac:spMkLst>
            <pc:docMk/>
            <pc:sldMk cId="4133114744" sldId="266"/>
            <ac:spMk id="14" creationId="{C5567F15-38A6-B2E8-8E20-8730E35F006C}"/>
          </ac:spMkLst>
        </pc:spChg>
      </pc:sldChg>
    </pc:docChg>
  </pc:docChgLst>
  <pc:docChgLst>
    <pc:chgData name="Antoni Surowy (as316262)" userId="c705f741-d7f3-443d-9c16-c092a505f8ed" providerId="ADAL" clId="{BA1B4B37-A7A9-48AF-B82C-249B723A8534}"/>
    <pc:docChg chg="custSel addSld modSld">
      <pc:chgData name="Antoni Surowy (as316262)" userId="c705f741-d7f3-443d-9c16-c092a505f8ed" providerId="ADAL" clId="{BA1B4B37-A7A9-48AF-B82C-249B723A8534}" dt="2026-03-31T10:20:34.762" v="144" actId="20577"/>
      <pc:docMkLst>
        <pc:docMk/>
      </pc:docMkLst>
      <pc:sldChg chg="addSp modSp mod">
        <pc:chgData name="Antoni Surowy (as316262)" userId="c705f741-d7f3-443d-9c16-c092a505f8ed" providerId="ADAL" clId="{BA1B4B37-A7A9-48AF-B82C-249B723A8534}" dt="2026-03-31T10:01:00.889" v="35" actId="1076"/>
        <pc:sldMkLst>
          <pc:docMk/>
          <pc:sldMk cId="878086516" sldId="269"/>
        </pc:sldMkLst>
        <pc:spChg chg="mod">
          <ac:chgData name="Antoni Surowy (as316262)" userId="c705f741-d7f3-443d-9c16-c092a505f8ed" providerId="ADAL" clId="{BA1B4B37-A7A9-48AF-B82C-249B723A8534}" dt="2026-03-31T10:00:51.729" v="31" actId="20577"/>
          <ac:spMkLst>
            <pc:docMk/>
            <pc:sldMk cId="878086516" sldId="269"/>
            <ac:spMk id="4" creationId="{F2C5DB7F-A43E-05FB-86EF-D4CC87B0E0B6}"/>
          </ac:spMkLst>
        </pc:spChg>
        <pc:picChg chg="add mod">
          <ac:chgData name="Antoni Surowy (as316262)" userId="c705f741-d7f3-443d-9c16-c092a505f8ed" providerId="ADAL" clId="{BA1B4B37-A7A9-48AF-B82C-249B723A8534}" dt="2026-03-31T10:01:00.889" v="35" actId="1076"/>
          <ac:picMkLst>
            <pc:docMk/>
            <pc:sldMk cId="878086516" sldId="269"/>
            <ac:picMk id="3" creationId="{919B7B3E-A3E3-DE09-F423-C40B4370BF96}"/>
          </ac:picMkLst>
        </pc:picChg>
      </pc:sldChg>
      <pc:sldChg chg="addSp modSp mod">
        <pc:chgData name="Antoni Surowy (as316262)" userId="c705f741-d7f3-443d-9c16-c092a505f8ed" providerId="ADAL" clId="{BA1B4B37-A7A9-48AF-B82C-249B723A8534}" dt="2026-03-30T11:41:03.067" v="7" actId="14100"/>
        <pc:sldMkLst>
          <pc:docMk/>
          <pc:sldMk cId="2368776412" sldId="275"/>
        </pc:sldMkLst>
        <pc:picChg chg="add mod">
          <ac:chgData name="Antoni Surowy (as316262)" userId="c705f741-d7f3-443d-9c16-c092a505f8ed" providerId="ADAL" clId="{BA1B4B37-A7A9-48AF-B82C-249B723A8534}" dt="2026-03-30T11:41:03.067" v="7" actId="14100"/>
          <ac:picMkLst>
            <pc:docMk/>
            <pc:sldMk cId="2368776412" sldId="275"/>
            <ac:picMk id="1026" creationId="{4E2EC5CA-70D5-6925-1A58-73D6E4B1AAA9}"/>
          </ac:picMkLst>
        </pc:picChg>
      </pc:sldChg>
      <pc:sldChg chg="add">
        <pc:chgData name="Antoni Surowy (as316262)" userId="c705f741-d7f3-443d-9c16-c092a505f8ed" providerId="ADAL" clId="{BA1B4B37-A7A9-48AF-B82C-249B723A8534}" dt="2026-03-31T10:00:42.746" v="8" actId="2890"/>
        <pc:sldMkLst>
          <pc:docMk/>
          <pc:sldMk cId="3353199817" sldId="287"/>
        </pc:sldMkLst>
      </pc:sldChg>
      <pc:sldChg chg="addSp delSp modSp add mod delAnim modAnim">
        <pc:chgData name="Antoni Surowy (as316262)" userId="c705f741-d7f3-443d-9c16-c092a505f8ed" providerId="ADAL" clId="{BA1B4B37-A7A9-48AF-B82C-249B723A8534}" dt="2026-03-31T10:20:34.762" v="144" actId="20577"/>
        <pc:sldMkLst>
          <pc:docMk/>
          <pc:sldMk cId="204973915" sldId="292"/>
        </pc:sldMkLst>
        <pc:spChg chg="mod">
          <ac:chgData name="Antoni Surowy (as316262)" userId="c705f741-d7f3-443d-9c16-c092a505f8ed" providerId="ADAL" clId="{BA1B4B37-A7A9-48AF-B82C-249B723A8534}" dt="2026-03-31T10:18:44.489" v="70" actId="20577"/>
          <ac:spMkLst>
            <pc:docMk/>
            <pc:sldMk cId="204973915" sldId="292"/>
            <ac:spMk id="2" creationId="{A51CEE79-5FBA-CCAA-3CD3-B215D5655B87}"/>
          </ac:spMkLst>
        </pc:spChg>
        <pc:spChg chg="add mod">
          <ac:chgData name="Antoni Surowy (as316262)" userId="c705f741-d7f3-443d-9c16-c092a505f8ed" providerId="ADAL" clId="{BA1B4B37-A7A9-48AF-B82C-249B723A8534}" dt="2026-03-31T10:20:34.762" v="144" actId="20577"/>
          <ac:spMkLst>
            <pc:docMk/>
            <pc:sldMk cId="204973915" sldId="292"/>
            <ac:spMk id="6" creationId="{CD10AAFF-75F6-B1A0-0363-961C9ABCEBE4}"/>
          </ac:spMkLst>
        </pc:spChg>
        <pc:spChg chg="del">
          <ac:chgData name="Antoni Surowy (as316262)" userId="c705f741-d7f3-443d-9c16-c092a505f8ed" providerId="ADAL" clId="{BA1B4B37-A7A9-48AF-B82C-249B723A8534}" dt="2026-03-31T10:18:57.673" v="81" actId="478"/>
          <ac:spMkLst>
            <pc:docMk/>
            <pc:sldMk cId="204973915" sldId="292"/>
            <ac:spMk id="7" creationId="{501E1684-DE38-D736-85CF-80D538905E33}"/>
          </ac:spMkLst>
        </pc:spChg>
        <pc:spChg chg="del">
          <ac:chgData name="Antoni Surowy (as316262)" userId="c705f741-d7f3-443d-9c16-c092a505f8ed" providerId="ADAL" clId="{BA1B4B37-A7A9-48AF-B82C-249B723A8534}" dt="2026-03-31T10:18:59.033" v="82" actId="478"/>
          <ac:spMkLst>
            <pc:docMk/>
            <pc:sldMk cId="204973915" sldId="292"/>
            <ac:spMk id="11" creationId="{30BF809D-ED18-4779-6201-1F9E4CCDFD36}"/>
          </ac:spMkLst>
        </pc:spChg>
        <pc:spChg chg="del">
          <ac:chgData name="Antoni Surowy (as316262)" userId="c705f741-d7f3-443d-9c16-c092a505f8ed" providerId="ADAL" clId="{BA1B4B37-A7A9-48AF-B82C-249B723A8534}" dt="2026-03-31T10:18:56.332" v="80" actId="478"/>
          <ac:spMkLst>
            <pc:docMk/>
            <pc:sldMk cId="204973915" sldId="292"/>
            <ac:spMk id="12" creationId="{74E2A4AA-FE93-EC7B-3A71-712C7C0ABB24}"/>
          </ac:spMkLst>
        </pc:spChg>
        <pc:spChg chg="del mod">
          <ac:chgData name="Antoni Surowy (as316262)" userId="c705f741-d7f3-443d-9c16-c092a505f8ed" providerId="ADAL" clId="{BA1B4B37-A7A9-48AF-B82C-249B723A8534}" dt="2026-03-31T10:18:50.102" v="72" actId="478"/>
          <ac:spMkLst>
            <pc:docMk/>
            <pc:sldMk cId="204973915" sldId="292"/>
            <ac:spMk id="13" creationId="{450C0D47-8FAF-D9CB-DD4A-9F74423846C7}"/>
          </ac:spMkLst>
        </pc:spChg>
        <pc:spChg chg="del">
          <ac:chgData name="Antoni Surowy (as316262)" userId="c705f741-d7f3-443d-9c16-c092a505f8ed" providerId="ADAL" clId="{BA1B4B37-A7A9-48AF-B82C-249B723A8534}" dt="2026-03-31T10:18:54.721" v="79" actId="478"/>
          <ac:spMkLst>
            <pc:docMk/>
            <pc:sldMk cId="204973915" sldId="292"/>
            <ac:spMk id="21" creationId="{64566F10-04E6-FE9E-526E-C3E2BB34C043}"/>
          </ac:spMkLst>
        </pc:spChg>
        <pc:spChg chg="del">
          <ac:chgData name="Antoni Surowy (as316262)" userId="c705f741-d7f3-443d-9c16-c092a505f8ed" providerId="ADAL" clId="{BA1B4B37-A7A9-48AF-B82C-249B723A8534}" dt="2026-03-31T10:18:52.984" v="77" actId="478"/>
          <ac:spMkLst>
            <pc:docMk/>
            <pc:sldMk cId="204973915" sldId="292"/>
            <ac:spMk id="22" creationId="{E6AB1A66-6C30-F752-BE0F-E11FA0F965C2}"/>
          </ac:spMkLst>
        </pc:spChg>
        <pc:spChg chg="del">
          <ac:chgData name="Antoni Surowy (as316262)" userId="c705f741-d7f3-443d-9c16-c092a505f8ed" providerId="ADAL" clId="{BA1B4B37-A7A9-48AF-B82C-249B723A8534}" dt="2026-03-31T10:18:53.492" v="78" actId="478"/>
          <ac:spMkLst>
            <pc:docMk/>
            <pc:sldMk cId="204973915" sldId="292"/>
            <ac:spMk id="23" creationId="{59D516EA-C484-7142-F9AE-5FA858352C4A}"/>
          </ac:spMkLst>
        </pc:spChg>
        <pc:picChg chg="add mod">
          <ac:chgData name="Antoni Surowy (as316262)" userId="c705f741-d7f3-443d-9c16-c092a505f8ed" providerId="ADAL" clId="{BA1B4B37-A7A9-48AF-B82C-249B723A8534}" dt="2026-03-31T10:19:18.613" v="91" actId="1076"/>
          <ac:picMkLst>
            <pc:docMk/>
            <pc:sldMk cId="204973915" sldId="292"/>
            <ac:picMk id="4" creationId="{A2C5AADB-9729-7CE2-ED70-7ED975A7A4A0}"/>
          </ac:picMkLst>
        </pc:picChg>
        <pc:picChg chg="del">
          <ac:chgData name="Antoni Surowy (as316262)" userId="c705f741-d7f3-443d-9c16-c092a505f8ed" providerId="ADAL" clId="{BA1B4B37-A7A9-48AF-B82C-249B723A8534}" dt="2026-03-31T10:18:50.611" v="73" actId="478"/>
          <ac:picMkLst>
            <pc:docMk/>
            <pc:sldMk cId="204973915" sldId="292"/>
            <ac:picMk id="5" creationId="{C4801E12-A854-2E31-F874-0B6A41278C49}"/>
          </ac:picMkLst>
        </pc:picChg>
        <pc:picChg chg="del">
          <ac:chgData name="Antoni Surowy (as316262)" userId="c705f741-d7f3-443d-9c16-c092a505f8ed" providerId="ADAL" clId="{BA1B4B37-A7A9-48AF-B82C-249B723A8534}" dt="2026-03-31T10:19:09.229" v="87" actId="478"/>
          <ac:picMkLst>
            <pc:docMk/>
            <pc:sldMk cId="204973915" sldId="292"/>
            <ac:picMk id="8" creationId="{16562FA3-8F43-FF35-C2B4-80BED37276A3}"/>
          </ac:picMkLst>
        </pc:picChg>
        <pc:cxnChg chg="del mod">
          <ac:chgData name="Antoni Surowy (as316262)" userId="c705f741-d7f3-443d-9c16-c092a505f8ed" providerId="ADAL" clId="{BA1B4B37-A7A9-48AF-B82C-249B723A8534}" dt="2026-03-31T10:18:51.260" v="74" actId="478"/>
          <ac:cxnSpMkLst>
            <pc:docMk/>
            <pc:sldMk cId="204973915" sldId="292"/>
            <ac:cxnSpMk id="9" creationId="{6FF5A10E-72D8-2DAF-6CDD-F3B04702C8F7}"/>
          </ac:cxnSpMkLst>
        </pc:cxnChg>
        <pc:cxnChg chg="del mod">
          <ac:chgData name="Antoni Surowy (as316262)" userId="c705f741-d7f3-443d-9c16-c092a505f8ed" providerId="ADAL" clId="{BA1B4B37-A7A9-48AF-B82C-249B723A8534}" dt="2026-03-31T10:18:52.423" v="76" actId="478"/>
          <ac:cxnSpMkLst>
            <pc:docMk/>
            <pc:sldMk cId="204973915" sldId="292"/>
            <ac:cxnSpMk id="14" creationId="{DCCAFC1B-AA47-7260-832A-92D161AA4B70}"/>
          </ac:cxnSpMkLst>
        </pc:cxnChg>
        <pc:cxnChg chg="del">
          <ac:chgData name="Antoni Surowy (as316262)" userId="c705f741-d7f3-443d-9c16-c092a505f8ed" providerId="ADAL" clId="{BA1B4B37-A7A9-48AF-B82C-249B723A8534}" dt="2026-03-31T10:18:51.869" v="75" actId="478"/>
          <ac:cxnSpMkLst>
            <pc:docMk/>
            <pc:sldMk cId="204973915" sldId="292"/>
            <ac:cxnSpMk id="17" creationId="{69769A26-5E49-8E13-BC0B-CA5153A226E4}"/>
          </ac:cxnSpMkLst>
        </pc:cxnChg>
      </pc:sldChg>
    </pc:docChg>
  </pc:docChgLst>
  <pc:docChgLst>
    <pc:chgData name="Antoni Surowy (as316262)" userId="c705f741-d7f3-443d-9c16-c092a505f8ed" providerId="ADAL" clId="{A9656A30-4B71-46DA-BA51-77958D77FA8D}"/>
    <pc:docChg chg="custSel addSld modSld sldOrd">
      <pc:chgData name="Antoni Surowy (as316262)" userId="c705f741-d7f3-443d-9c16-c092a505f8ed" providerId="ADAL" clId="{A9656A30-4B71-46DA-BA51-77958D77FA8D}" dt="2026-04-22T07:08:08.909" v="104" actId="1076"/>
      <pc:docMkLst>
        <pc:docMk/>
      </pc:docMkLst>
      <pc:sldChg chg="addSp delSp modSp add mod ord">
        <pc:chgData name="Antoni Surowy (as316262)" userId="c705f741-d7f3-443d-9c16-c092a505f8ed" providerId="ADAL" clId="{A9656A30-4B71-46DA-BA51-77958D77FA8D}" dt="2026-04-22T07:01:50.002" v="41" actId="1076"/>
        <pc:sldMkLst>
          <pc:docMk/>
          <pc:sldMk cId="340442767" sldId="297"/>
        </pc:sldMkLst>
        <pc:spChg chg="mod">
          <ac:chgData name="Antoni Surowy (as316262)" userId="c705f741-d7f3-443d-9c16-c092a505f8ed" providerId="ADAL" clId="{A9656A30-4B71-46DA-BA51-77958D77FA8D}" dt="2026-04-22T06:59:20.333" v="32" actId="20577"/>
          <ac:spMkLst>
            <pc:docMk/>
            <pc:sldMk cId="340442767" sldId="297"/>
            <ac:spMk id="4" creationId="{7A4CC345-BF05-0B47-47EC-628E8DA64F2E}"/>
          </ac:spMkLst>
        </pc:spChg>
        <pc:picChg chg="del">
          <ac:chgData name="Antoni Surowy (as316262)" userId="c705f741-d7f3-443d-9c16-c092a505f8ed" providerId="ADAL" clId="{A9656A30-4B71-46DA-BA51-77958D77FA8D}" dt="2026-04-22T06:59:23.036" v="34" actId="478"/>
          <ac:picMkLst>
            <pc:docMk/>
            <pc:sldMk cId="340442767" sldId="297"/>
            <ac:picMk id="3" creationId="{34051AC5-2563-DA5C-586C-D31B1D59A679}"/>
          </ac:picMkLst>
        </pc:picChg>
        <pc:picChg chg="add mod">
          <ac:chgData name="Antoni Surowy (as316262)" userId="c705f741-d7f3-443d-9c16-c092a505f8ed" providerId="ADAL" clId="{A9656A30-4B71-46DA-BA51-77958D77FA8D}" dt="2026-04-22T07:01:03.310" v="38" actId="1076"/>
          <ac:picMkLst>
            <pc:docMk/>
            <pc:sldMk cId="340442767" sldId="297"/>
            <ac:picMk id="5" creationId="{487F1C15-7989-A1A5-3DA8-97CACF3F47B7}"/>
          </ac:picMkLst>
        </pc:picChg>
        <pc:picChg chg="del">
          <ac:chgData name="Antoni Surowy (as316262)" userId="c705f741-d7f3-443d-9c16-c092a505f8ed" providerId="ADAL" clId="{A9656A30-4B71-46DA-BA51-77958D77FA8D}" dt="2026-04-22T06:59:22.474" v="33" actId="478"/>
          <ac:picMkLst>
            <pc:docMk/>
            <pc:sldMk cId="340442767" sldId="297"/>
            <ac:picMk id="7" creationId="{7D15B17E-AACC-F1E5-DABB-29B4BE73BC56}"/>
          </ac:picMkLst>
        </pc:picChg>
        <pc:picChg chg="add mod">
          <ac:chgData name="Antoni Surowy (as316262)" userId="c705f741-d7f3-443d-9c16-c092a505f8ed" providerId="ADAL" clId="{A9656A30-4B71-46DA-BA51-77958D77FA8D}" dt="2026-04-22T07:01:50.002" v="41" actId="1076"/>
          <ac:picMkLst>
            <pc:docMk/>
            <pc:sldMk cId="340442767" sldId="297"/>
            <ac:picMk id="8" creationId="{95815BC4-C154-B8EB-3873-76E28F2D3DB9}"/>
          </ac:picMkLst>
        </pc:picChg>
      </pc:sldChg>
      <pc:sldChg chg="addSp delSp modSp add mod">
        <pc:chgData name="Antoni Surowy (as316262)" userId="c705f741-d7f3-443d-9c16-c092a505f8ed" providerId="ADAL" clId="{A9656A30-4B71-46DA-BA51-77958D77FA8D}" dt="2026-04-22T07:08:08.909" v="104" actId="1076"/>
        <pc:sldMkLst>
          <pc:docMk/>
          <pc:sldMk cId="1517403358" sldId="298"/>
        </pc:sldMkLst>
        <pc:spChg chg="mod">
          <ac:chgData name="Antoni Surowy (as316262)" userId="c705f741-d7f3-443d-9c16-c092a505f8ed" providerId="ADAL" clId="{A9656A30-4B71-46DA-BA51-77958D77FA8D}" dt="2026-04-22T07:02:01.843" v="45" actId="20577"/>
          <ac:spMkLst>
            <pc:docMk/>
            <pc:sldMk cId="1517403358" sldId="298"/>
            <ac:spMk id="4" creationId="{6CAAEE44-D037-07B2-7A2A-C6999AB59F37}"/>
          </ac:spMkLst>
        </pc:spChg>
        <pc:picChg chg="add del">
          <ac:chgData name="Antoni Surowy (as316262)" userId="c705f741-d7f3-443d-9c16-c092a505f8ed" providerId="ADAL" clId="{A9656A30-4B71-46DA-BA51-77958D77FA8D}" dt="2026-04-22T07:03:32.075" v="80" actId="21"/>
          <ac:picMkLst>
            <pc:docMk/>
            <pc:sldMk cId="1517403358" sldId="298"/>
            <ac:picMk id="3" creationId="{3B0CA869-801B-83D6-7688-9EAD81800157}"/>
          </ac:picMkLst>
        </pc:picChg>
        <pc:picChg chg="del">
          <ac:chgData name="Antoni Surowy (as316262)" userId="c705f741-d7f3-443d-9c16-c092a505f8ed" providerId="ADAL" clId="{A9656A30-4B71-46DA-BA51-77958D77FA8D}" dt="2026-04-22T07:02:24.607" v="77" actId="478"/>
          <ac:picMkLst>
            <pc:docMk/>
            <pc:sldMk cId="1517403358" sldId="298"/>
            <ac:picMk id="5" creationId="{FE2133D4-04DD-4995-758C-82BB386AB845}"/>
          </ac:picMkLst>
        </pc:picChg>
        <pc:picChg chg="add mod">
          <ac:chgData name="Antoni Surowy (as316262)" userId="c705f741-d7f3-443d-9c16-c092a505f8ed" providerId="ADAL" clId="{A9656A30-4B71-46DA-BA51-77958D77FA8D}" dt="2026-04-22T07:05:17.557" v="94" actId="1076"/>
          <ac:picMkLst>
            <pc:docMk/>
            <pc:sldMk cId="1517403358" sldId="298"/>
            <ac:picMk id="7" creationId="{541B63D3-A8A2-0853-840B-0A30B7AD7B7D}"/>
          </ac:picMkLst>
        </pc:picChg>
        <pc:picChg chg="del">
          <ac:chgData name="Antoni Surowy (as316262)" userId="c705f741-d7f3-443d-9c16-c092a505f8ed" providerId="ADAL" clId="{A9656A30-4B71-46DA-BA51-77958D77FA8D}" dt="2026-04-22T07:02:25.122" v="78" actId="478"/>
          <ac:picMkLst>
            <pc:docMk/>
            <pc:sldMk cId="1517403358" sldId="298"/>
            <ac:picMk id="8" creationId="{28CCCE37-9371-C421-06B0-C2A36F57FD2B}"/>
          </ac:picMkLst>
        </pc:picChg>
        <pc:picChg chg="add mod">
          <ac:chgData name="Antoni Surowy (as316262)" userId="c705f741-d7f3-443d-9c16-c092a505f8ed" providerId="ADAL" clId="{A9656A30-4B71-46DA-BA51-77958D77FA8D}" dt="2026-04-22T07:08:08.909" v="104" actId="1076"/>
          <ac:picMkLst>
            <pc:docMk/>
            <pc:sldMk cId="1517403358" sldId="298"/>
            <ac:picMk id="10" creationId="{09BA544A-CEED-A871-8BC6-9BC14462D9FF}"/>
          </ac:picMkLst>
        </pc:picChg>
        <pc:picChg chg="add mod">
          <ac:chgData name="Antoni Surowy (as316262)" userId="c705f741-d7f3-443d-9c16-c092a505f8ed" providerId="ADAL" clId="{A9656A30-4B71-46DA-BA51-77958D77FA8D}" dt="2026-04-22T07:08:05.952" v="103" actId="1076"/>
          <ac:picMkLst>
            <pc:docMk/>
            <pc:sldMk cId="1517403358" sldId="298"/>
            <ac:picMk id="12" creationId="{750DE896-F3CB-8877-4096-33EC6522E7A8}"/>
          </ac:picMkLst>
        </pc:picChg>
      </pc:sldChg>
      <pc:sldChg chg="addSp delSp modSp add mod ord">
        <pc:chgData name="Antoni Surowy (as316262)" userId="c705f741-d7f3-443d-9c16-c092a505f8ed" providerId="ADAL" clId="{A9656A30-4B71-46DA-BA51-77958D77FA8D}" dt="2026-04-22T07:04:17.680" v="88" actId="1076"/>
        <pc:sldMkLst>
          <pc:docMk/>
          <pc:sldMk cId="3700534092" sldId="299"/>
        </pc:sldMkLst>
        <pc:spChg chg="mod">
          <ac:chgData name="Antoni Surowy (as316262)" userId="c705f741-d7f3-443d-9c16-c092a505f8ed" providerId="ADAL" clId="{A9656A30-4B71-46DA-BA51-77958D77FA8D}" dt="2026-04-22T07:02:18.499" v="74" actId="20577"/>
          <ac:spMkLst>
            <pc:docMk/>
            <pc:sldMk cId="3700534092" sldId="299"/>
            <ac:spMk id="4" creationId="{F45C82BC-217E-2063-8DEA-88597E381C8E}"/>
          </ac:spMkLst>
        </pc:spChg>
        <pc:picChg chg="add mod">
          <ac:chgData name="Antoni Surowy (as316262)" userId="c705f741-d7f3-443d-9c16-c092a505f8ed" providerId="ADAL" clId="{A9656A30-4B71-46DA-BA51-77958D77FA8D}" dt="2026-04-22T07:03:41.339" v="83" actId="1076"/>
          <ac:picMkLst>
            <pc:docMk/>
            <pc:sldMk cId="3700534092" sldId="299"/>
            <ac:picMk id="3" creationId="{3B0CA869-801B-83D6-7688-9EAD81800157}"/>
          </ac:picMkLst>
        </pc:picChg>
        <pc:picChg chg="del">
          <ac:chgData name="Antoni Surowy (as316262)" userId="c705f741-d7f3-443d-9c16-c092a505f8ed" providerId="ADAL" clId="{A9656A30-4B71-46DA-BA51-77958D77FA8D}" dt="2026-04-22T07:02:20.954" v="75" actId="478"/>
          <ac:picMkLst>
            <pc:docMk/>
            <pc:sldMk cId="3700534092" sldId="299"/>
            <ac:picMk id="5" creationId="{C1E4C406-A668-E83C-E412-F67C08B64157}"/>
          </ac:picMkLst>
        </pc:picChg>
        <pc:picChg chg="add mod">
          <ac:chgData name="Antoni Surowy (as316262)" userId="c705f741-d7f3-443d-9c16-c092a505f8ed" providerId="ADAL" clId="{A9656A30-4B71-46DA-BA51-77958D77FA8D}" dt="2026-04-22T07:04:17.680" v="88" actId="1076"/>
          <ac:picMkLst>
            <pc:docMk/>
            <pc:sldMk cId="3700534092" sldId="299"/>
            <ac:picMk id="6" creationId="{1A4697C3-FEA6-F5B3-749D-386472B50777}"/>
          </ac:picMkLst>
        </pc:picChg>
        <pc:picChg chg="del">
          <ac:chgData name="Antoni Surowy (as316262)" userId="c705f741-d7f3-443d-9c16-c092a505f8ed" providerId="ADAL" clId="{A9656A30-4B71-46DA-BA51-77958D77FA8D}" dt="2026-04-22T07:02:21.482" v="76" actId="478"/>
          <ac:picMkLst>
            <pc:docMk/>
            <pc:sldMk cId="3700534092" sldId="299"/>
            <ac:picMk id="8" creationId="{AC640E63-A63E-1653-2AD3-B5CE358F6BB7}"/>
          </ac:picMkLst>
        </pc:picChg>
      </pc:sldChg>
    </pc:docChg>
  </pc:docChgLst>
  <pc:docChgLst>
    <pc:chgData name="Kamil Warczek (kw316241)" userId="f3db8089-45d3-4ce7-81b6-9eb81915560c" providerId="ADAL" clId="{C3BDEFB5-E591-4296-8B5E-D036F4630AA8}"/>
    <pc:docChg chg="undo custSel addSld delSld modSld sldOrd">
      <pc:chgData name="Kamil Warczek (kw316241)" userId="f3db8089-45d3-4ce7-81b6-9eb81915560c" providerId="ADAL" clId="{C3BDEFB5-E591-4296-8B5E-D036F4630AA8}" dt="2026-03-31T10:18:59.144" v="2909" actId="1076"/>
      <pc:docMkLst>
        <pc:docMk/>
      </pc:docMkLst>
      <pc:sldChg chg="modSp mod">
        <pc:chgData name="Kamil Warczek (kw316241)" userId="f3db8089-45d3-4ce7-81b6-9eb81915560c" providerId="ADAL" clId="{C3BDEFB5-E591-4296-8B5E-D036F4630AA8}" dt="2026-03-30T20:58:50.764" v="2703" actId="20577"/>
        <pc:sldMkLst>
          <pc:docMk/>
          <pc:sldMk cId="936870238" sldId="259"/>
        </pc:sldMkLst>
        <pc:spChg chg="mod">
          <ac:chgData name="Kamil Warczek (kw316241)" userId="f3db8089-45d3-4ce7-81b6-9eb81915560c" providerId="ADAL" clId="{C3BDEFB5-E591-4296-8B5E-D036F4630AA8}" dt="2026-03-30T20:58:50.764" v="2703" actId="20577"/>
          <ac:spMkLst>
            <pc:docMk/>
            <pc:sldMk cId="936870238" sldId="259"/>
            <ac:spMk id="3" creationId="{8C0543A0-50EE-4B80-5575-8A153B8650E7}"/>
          </ac:spMkLst>
        </pc:spChg>
      </pc:sldChg>
      <pc:sldChg chg="modSp mod">
        <pc:chgData name="Kamil Warczek (kw316241)" userId="f3db8089-45d3-4ce7-81b6-9eb81915560c" providerId="ADAL" clId="{C3BDEFB5-E591-4296-8B5E-D036F4630AA8}" dt="2026-03-30T20:58:54.176" v="2704" actId="20577"/>
        <pc:sldMkLst>
          <pc:docMk/>
          <pc:sldMk cId="3468602625" sldId="260"/>
        </pc:sldMkLst>
        <pc:spChg chg="mod">
          <ac:chgData name="Kamil Warczek (kw316241)" userId="f3db8089-45d3-4ce7-81b6-9eb81915560c" providerId="ADAL" clId="{C3BDEFB5-E591-4296-8B5E-D036F4630AA8}" dt="2026-03-30T20:58:54.176" v="2704" actId="20577"/>
          <ac:spMkLst>
            <pc:docMk/>
            <pc:sldMk cId="3468602625" sldId="260"/>
            <ac:spMk id="3" creationId="{3524C50D-3EF6-AA35-F85D-356826E622B6}"/>
          </ac:spMkLst>
        </pc:spChg>
      </pc:sldChg>
      <pc:sldChg chg="modSp mod">
        <pc:chgData name="Kamil Warczek (kw316241)" userId="f3db8089-45d3-4ce7-81b6-9eb81915560c" providerId="ADAL" clId="{C3BDEFB5-E591-4296-8B5E-D036F4630AA8}" dt="2026-03-30T20:58:58.723" v="2705" actId="20577"/>
        <pc:sldMkLst>
          <pc:docMk/>
          <pc:sldMk cId="309663546" sldId="261"/>
        </pc:sldMkLst>
        <pc:spChg chg="mod">
          <ac:chgData name="Kamil Warczek (kw316241)" userId="f3db8089-45d3-4ce7-81b6-9eb81915560c" providerId="ADAL" clId="{C3BDEFB5-E591-4296-8B5E-D036F4630AA8}" dt="2026-03-30T20:58:58.723" v="2705" actId="20577"/>
          <ac:spMkLst>
            <pc:docMk/>
            <pc:sldMk cId="309663546" sldId="261"/>
            <ac:spMk id="3" creationId="{B95ABEF5-AD1F-F539-AF45-60CC9838E274}"/>
          </ac:spMkLst>
        </pc:spChg>
      </pc:sldChg>
      <pc:sldChg chg="delSp mod">
        <pc:chgData name="Kamil Warczek (kw316241)" userId="f3db8089-45d3-4ce7-81b6-9eb81915560c" providerId="ADAL" clId="{C3BDEFB5-E591-4296-8B5E-D036F4630AA8}" dt="2026-03-22T18:59:40.983" v="2255" actId="478"/>
        <pc:sldMkLst>
          <pc:docMk/>
          <pc:sldMk cId="2224443272" sldId="263"/>
        </pc:sldMkLst>
      </pc:sldChg>
      <pc:sldChg chg="addSp delSp modSp mod modAnim">
        <pc:chgData name="Kamil Warczek (kw316241)" userId="f3db8089-45d3-4ce7-81b6-9eb81915560c" providerId="ADAL" clId="{C3BDEFB5-E591-4296-8B5E-D036F4630AA8}" dt="2026-03-31T08:14:16.329" v="2707" actId="478"/>
        <pc:sldMkLst>
          <pc:docMk/>
          <pc:sldMk cId="824148225" sldId="264"/>
        </pc:sldMkLst>
        <pc:picChg chg="add mod ord">
          <ac:chgData name="Kamil Warczek (kw316241)" userId="f3db8089-45d3-4ce7-81b6-9eb81915560c" providerId="ADAL" clId="{C3BDEFB5-E591-4296-8B5E-D036F4630AA8}" dt="2026-03-21T16:06:26.289" v="4" actId="1076"/>
          <ac:picMkLst>
            <pc:docMk/>
            <pc:sldMk cId="824148225" sldId="264"/>
            <ac:picMk id="3" creationId="{98C39C1E-0FEE-8C18-5E7D-F7A328F9F5F9}"/>
          </ac:picMkLst>
        </pc:picChg>
        <pc:picChg chg="add mod">
          <ac:chgData name="Kamil Warczek (kw316241)" userId="f3db8089-45d3-4ce7-81b6-9eb81915560c" providerId="ADAL" clId="{C3BDEFB5-E591-4296-8B5E-D036F4630AA8}" dt="2026-03-21T16:06:24.468" v="3" actId="1076"/>
          <ac:picMkLst>
            <pc:docMk/>
            <pc:sldMk cId="824148225" sldId="264"/>
            <ac:picMk id="7" creationId="{5180E5C2-CAFF-6787-148A-311DB07BD76E}"/>
          </ac:picMkLst>
        </pc:picChg>
        <pc:picChg chg="add mod">
          <ac:chgData name="Kamil Warczek (kw316241)" userId="f3db8089-45d3-4ce7-81b6-9eb81915560c" providerId="ADAL" clId="{C3BDEFB5-E591-4296-8B5E-D036F4630AA8}" dt="2026-03-21T16:11:58.201" v="7" actId="1076"/>
          <ac:picMkLst>
            <pc:docMk/>
            <pc:sldMk cId="824148225" sldId="264"/>
            <ac:picMk id="8" creationId="{AB55D455-BC0F-E553-41B3-5259B9BC57E6}"/>
          </ac:picMkLst>
        </pc:picChg>
        <pc:picChg chg="add mod">
          <ac:chgData name="Kamil Warczek (kw316241)" userId="f3db8089-45d3-4ce7-81b6-9eb81915560c" providerId="ADAL" clId="{C3BDEFB5-E591-4296-8B5E-D036F4630AA8}" dt="2026-03-21T16:12:24.715" v="9" actId="1076"/>
          <ac:picMkLst>
            <pc:docMk/>
            <pc:sldMk cId="824148225" sldId="264"/>
            <ac:picMk id="10" creationId="{6161CEE5-3895-D6DA-761B-9EEE8FAC6843}"/>
          </ac:picMkLst>
        </pc:picChg>
        <pc:inkChg chg="add del">
          <ac:chgData name="Kamil Warczek (kw316241)" userId="f3db8089-45d3-4ce7-81b6-9eb81915560c" providerId="ADAL" clId="{C3BDEFB5-E591-4296-8B5E-D036F4630AA8}" dt="2026-03-31T08:14:16.329" v="2707" actId="478"/>
          <ac:inkMkLst>
            <pc:docMk/>
            <pc:sldMk cId="824148225" sldId="264"/>
            <ac:inkMk id="12" creationId="{6928B326-B20F-776F-C3D7-C33C1EE63CD0}"/>
          </ac:inkMkLst>
        </pc:inkChg>
      </pc:sldChg>
      <pc:sldChg chg="addSp delSp modSp mod">
        <pc:chgData name="Kamil Warczek (kw316241)" userId="f3db8089-45d3-4ce7-81b6-9eb81915560c" providerId="ADAL" clId="{C3BDEFB5-E591-4296-8B5E-D036F4630AA8}" dt="2026-03-30T20:51:20.756" v="2645" actId="14100"/>
        <pc:sldMkLst>
          <pc:docMk/>
          <pc:sldMk cId="1734656967" sldId="265"/>
        </pc:sldMkLst>
        <pc:spChg chg="add mod">
          <ac:chgData name="Kamil Warczek (kw316241)" userId="f3db8089-45d3-4ce7-81b6-9eb81915560c" providerId="ADAL" clId="{C3BDEFB5-E591-4296-8B5E-D036F4630AA8}" dt="2026-03-22T18:48:36.191" v="1473" actId="20577"/>
          <ac:spMkLst>
            <pc:docMk/>
            <pc:sldMk cId="1734656967" sldId="265"/>
            <ac:spMk id="6" creationId="{32A6D848-0C6C-8151-BB33-9489C3213783}"/>
          </ac:spMkLst>
        </pc:spChg>
        <pc:picChg chg="add mod">
          <ac:chgData name="Kamil Warczek (kw316241)" userId="f3db8089-45d3-4ce7-81b6-9eb81915560c" providerId="ADAL" clId="{C3BDEFB5-E591-4296-8B5E-D036F4630AA8}" dt="2026-03-22T18:33:44.979" v="295" actId="1076"/>
          <ac:picMkLst>
            <pc:docMk/>
            <pc:sldMk cId="1734656967" sldId="265"/>
            <ac:picMk id="3" creationId="{810469FF-5EC9-F23A-F625-0E15A32E56CB}"/>
          </ac:picMkLst>
        </pc:picChg>
        <pc:picChg chg="add mod">
          <ac:chgData name="Kamil Warczek (kw316241)" userId="f3db8089-45d3-4ce7-81b6-9eb81915560c" providerId="ADAL" clId="{C3BDEFB5-E591-4296-8B5E-D036F4630AA8}" dt="2026-03-30T20:51:20.756" v="2645" actId="14100"/>
          <ac:picMkLst>
            <pc:docMk/>
            <pc:sldMk cId="1734656967" sldId="265"/>
            <ac:picMk id="5" creationId="{314BCF86-D40E-B2A8-3EF4-FA6DE7BD49F6}"/>
          </ac:picMkLst>
        </pc:picChg>
      </pc:sldChg>
      <pc:sldChg chg="addSp delSp modSp mod modAnim">
        <pc:chgData name="Kamil Warczek (kw316241)" userId="f3db8089-45d3-4ce7-81b6-9eb81915560c" providerId="ADAL" clId="{C3BDEFB5-E591-4296-8B5E-D036F4630AA8}" dt="2026-03-30T20:51:43.475" v="2649" actId="14100"/>
        <pc:sldMkLst>
          <pc:docMk/>
          <pc:sldMk cId="4133114744" sldId="266"/>
        </pc:sldMkLst>
        <pc:spChg chg="add mod">
          <ac:chgData name="Kamil Warczek (kw316241)" userId="f3db8089-45d3-4ce7-81b6-9eb81915560c" providerId="ADAL" clId="{C3BDEFB5-E591-4296-8B5E-D036F4630AA8}" dt="2026-03-22T18:49:47.297" v="1589" actId="114"/>
          <ac:spMkLst>
            <pc:docMk/>
            <pc:sldMk cId="4133114744" sldId="266"/>
            <ac:spMk id="12" creationId="{7515C703-CA1E-DB0C-3C5C-1B165297A0AA}"/>
          </ac:spMkLst>
        </pc:spChg>
        <pc:spChg chg="add mod">
          <ac:chgData name="Kamil Warczek (kw316241)" userId="f3db8089-45d3-4ce7-81b6-9eb81915560c" providerId="ADAL" clId="{C3BDEFB5-E591-4296-8B5E-D036F4630AA8}" dt="2026-03-22T18:50:47.190" v="1679" actId="20577"/>
          <ac:spMkLst>
            <pc:docMk/>
            <pc:sldMk cId="4133114744" sldId="266"/>
            <ac:spMk id="14" creationId="{C5567F15-38A6-B2E8-8E20-8730E35F006C}"/>
          </ac:spMkLst>
        </pc:spChg>
        <pc:picChg chg="add mod">
          <ac:chgData name="Kamil Warczek (kw316241)" userId="f3db8089-45d3-4ce7-81b6-9eb81915560c" providerId="ADAL" clId="{C3BDEFB5-E591-4296-8B5E-D036F4630AA8}" dt="2026-03-30T20:51:43.475" v="2649" actId="14100"/>
          <ac:picMkLst>
            <pc:docMk/>
            <pc:sldMk cId="4133114744" sldId="266"/>
            <ac:picMk id="4" creationId="{6CBEADBE-05EC-8962-145F-4A7631068A4E}"/>
          </ac:picMkLst>
        </pc:picChg>
        <pc:picChg chg="add mod">
          <ac:chgData name="Kamil Warczek (kw316241)" userId="f3db8089-45d3-4ce7-81b6-9eb81915560c" providerId="ADAL" clId="{C3BDEFB5-E591-4296-8B5E-D036F4630AA8}" dt="2026-03-22T18:48:54.528" v="1479" actId="1076"/>
          <ac:picMkLst>
            <pc:docMk/>
            <pc:sldMk cId="4133114744" sldId="266"/>
            <ac:picMk id="7" creationId="{60A93F92-FEBF-CFF9-5545-62411358553B}"/>
          </ac:picMkLst>
        </pc:picChg>
        <pc:picChg chg="add mod">
          <ac:chgData name="Kamil Warczek (kw316241)" userId="f3db8089-45d3-4ce7-81b6-9eb81915560c" providerId="ADAL" clId="{C3BDEFB5-E591-4296-8B5E-D036F4630AA8}" dt="2026-03-22T18:24:31.821" v="208" actId="1076"/>
          <ac:picMkLst>
            <pc:docMk/>
            <pc:sldMk cId="4133114744" sldId="266"/>
            <ac:picMk id="11" creationId="{4DD83DAB-720C-27A1-AFD3-30935E51C991}"/>
          </ac:picMkLst>
        </pc:picChg>
      </pc:sldChg>
      <pc:sldChg chg="addSp delSp modSp mod modAnim">
        <pc:chgData name="Kamil Warczek (kw316241)" userId="f3db8089-45d3-4ce7-81b6-9eb81915560c" providerId="ADAL" clId="{C3BDEFB5-E591-4296-8B5E-D036F4630AA8}" dt="2026-03-22T19:04:41.191" v="2623" actId="1076"/>
        <pc:sldMkLst>
          <pc:docMk/>
          <pc:sldMk cId="3079386731" sldId="267"/>
        </pc:sldMkLst>
        <pc:spChg chg="mod">
          <ac:chgData name="Kamil Warczek (kw316241)" userId="f3db8089-45d3-4ce7-81b6-9eb81915560c" providerId="ADAL" clId="{C3BDEFB5-E591-4296-8B5E-D036F4630AA8}" dt="2026-03-21T16:20:18.557" v="86" actId="20577"/>
          <ac:spMkLst>
            <pc:docMk/>
            <pc:sldMk cId="3079386731" sldId="267"/>
            <ac:spMk id="2" creationId="{A98A9802-0BFC-1DB0-36F4-E6B32D42E7E4}"/>
          </ac:spMkLst>
        </pc:spChg>
        <pc:picChg chg="add mod">
          <ac:chgData name="Kamil Warczek (kw316241)" userId="f3db8089-45d3-4ce7-81b6-9eb81915560c" providerId="ADAL" clId="{C3BDEFB5-E591-4296-8B5E-D036F4630AA8}" dt="2026-03-22T19:04:41.191" v="2623" actId="1076"/>
          <ac:picMkLst>
            <pc:docMk/>
            <pc:sldMk cId="3079386731" sldId="267"/>
            <ac:picMk id="4" creationId="{08EFC897-C838-B155-ABD0-A118B68D16F5}"/>
          </ac:picMkLst>
        </pc:picChg>
        <pc:picChg chg="add mod">
          <ac:chgData name="Kamil Warczek (kw316241)" userId="f3db8089-45d3-4ce7-81b6-9eb81915560c" providerId="ADAL" clId="{C3BDEFB5-E591-4296-8B5E-D036F4630AA8}" dt="2026-03-22T19:04:35.353" v="2620" actId="1076"/>
          <ac:picMkLst>
            <pc:docMk/>
            <pc:sldMk cId="3079386731" sldId="267"/>
            <ac:picMk id="6" creationId="{F9182940-F42E-97B3-8E39-D1725C42BCB3}"/>
          </ac:picMkLst>
        </pc:picChg>
      </pc:sldChg>
      <pc:sldChg chg="addSp delSp modSp mod">
        <pc:chgData name="Kamil Warczek (kw316241)" userId="f3db8089-45d3-4ce7-81b6-9eb81915560c" providerId="ADAL" clId="{C3BDEFB5-E591-4296-8B5E-D036F4630AA8}" dt="2026-03-31T10:16:30.997" v="2906" actId="478"/>
        <pc:sldMkLst>
          <pc:docMk/>
          <pc:sldMk cId="743750590" sldId="268"/>
        </pc:sldMkLst>
        <pc:spChg chg="del mod">
          <ac:chgData name="Kamil Warczek (kw316241)" userId="f3db8089-45d3-4ce7-81b6-9eb81915560c" providerId="ADAL" clId="{C3BDEFB5-E591-4296-8B5E-D036F4630AA8}" dt="2026-03-30T20:58:42.922" v="2702" actId="478"/>
          <ac:spMkLst>
            <pc:docMk/>
            <pc:sldMk cId="743750590" sldId="268"/>
            <ac:spMk id="3" creationId="{34371F02-A4B8-6A86-7681-587B4F866D6D}"/>
          </ac:spMkLst>
        </pc:spChg>
        <pc:spChg chg="add del mod">
          <ac:chgData name="Kamil Warczek (kw316241)" userId="f3db8089-45d3-4ce7-81b6-9eb81915560c" providerId="ADAL" clId="{C3BDEFB5-E591-4296-8B5E-D036F4630AA8}" dt="2026-03-31T10:16:30.997" v="2906" actId="478"/>
          <ac:spMkLst>
            <pc:docMk/>
            <pc:sldMk cId="743750590" sldId="268"/>
            <ac:spMk id="5" creationId="{AF7B1BE6-02A8-9E45-EA68-4ACEA5E0B075}"/>
          </ac:spMkLst>
        </pc:spChg>
      </pc:sldChg>
      <pc:sldChg chg="delSp modSp mod">
        <pc:chgData name="Kamil Warczek (kw316241)" userId="f3db8089-45d3-4ce7-81b6-9eb81915560c" providerId="ADAL" clId="{C3BDEFB5-E591-4296-8B5E-D036F4630AA8}" dt="2026-03-31T07:36:31.261" v="2706" actId="478"/>
        <pc:sldMkLst>
          <pc:docMk/>
          <pc:sldMk cId="878086516" sldId="269"/>
        </pc:sldMkLst>
        <pc:spChg chg="mod">
          <ac:chgData name="Kamil Warczek (kw316241)" userId="f3db8089-45d3-4ce7-81b6-9eb81915560c" providerId="ADAL" clId="{C3BDEFB5-E591-4296-8B5E-D036F4630AA8}" dt="2026-03-30T20:57:27.926" v="2700" actId="313"/>
          <ac:spMkLst>
            <pc:docMk/>
            <pc:sldMk cId="878086516" sldId="269"/>
            <ac:spMk id="4" creationId="{F2C5DB7F-A43E-05FB-86EF-D4CC87B0E0B6}"/>
          </ac:spMkLst>
        </pc:spChg>
        <pc:spChg chg="del">
          <ac:chgData name="Kamil Warczek (kw316241)" userId="f3db8089-45d3-4ce7-81b6-9eb81915560c" providerId="ADAL" clId="{C3BDEFB5-E591-4296-8B5E-D036F4630AA8}" dt="2026-03-31T07:36:31.261" v="2706" actId="478"/>
          <ac:spMkLst>
            <pc:docMk/>
            <pc:sldMk cId="878086516" sldId="269"/>
            <ac:spMk id="5" creationId="{143EAAD1-214C-1085-E993-1E942833E055}"/>
          </ac:spMkLst>
        </pc:spChg>
      </pc:sldChg>
      <pc:sldChg chg="addSp delSp modSp mod">
        <pc:chgData name="Kamil Warczek (kw316241)" userId="f3db8089-45d3-4ce7-81b6-9eb81915560c" providerId="ADAL" clId="{C3BDEFB5-E591-4296-8B5E-D036F4630AA8}" dt="2026-03-31T10:12:04.883" v="2816" actId="20577"/>
        <pc:sldMkLst>
          <pc:docMk/>
          <pc:sldMk cId="369875352" sldId="270"/>
        </pc:sldMkLst>
        <pc:spChg chg="mod">
          <ac:chgData name="Kamil Warczek (kw316241)" userId="f3db8089-45d3-4ce7-81b6-9eb81915560c" providerId="ADAL" clId="{C3BDEFB5-E591-4296-8B5E-D036F4630AA8}" dt="2026-03-31T10:12:04.883" v="2816" actId="20577"/>
          <ac:spMkLst>
            <pc:docMk/>
            <pc:sldMk cId="369875352" sldId="270"/>
            <ac:spMk id="2" creationId="{CAD29B5F-3C1F-281C-82E2-8113DD079E28}"/>
          </ac:spMkLst>
        </pc:spChg>
        <pc:spChg chg="del">
          <ac:chgData name="Kamil Warczek (kw316241)" userId="f3db8089-45d3-4ce7-81b6-9eb81915560c" providerId="ADAL" clId="{C3BDEFB5-E591-4296-8B5E-D036F4630AA8}" dt="2026-03-31T10:01:05.385" v="2721" actId="478"/>
          <ac:spMkLst>
            <pc:docMk/>
            <pc:sldMk cId="369875352" sldId="270"/>
            <ac:spMk id="3" creationId="{6C5491C6-469B-0331-232D-C2118DB5A0C0}"/>
          </ac:spMkLst>
        </pc:spChg>
        <pc:picChg chg="add mod">
          <ac:chgData name="Kamil Warczek (kw316241)" userId="f3db8089-45d3-4ce7-81b6-9eb81915560c" providerId="ADAL" clId="{C3BDEFB5-E591-4296-8B5E-D036F4630AA8}" dt="2026-03-31T10:05:49.408" v="2723" actId="1076"/>
          <ac:picMkLst>
            <pc:docMk/>
            <pc:sldMk cId="369875352" sldId="270"/>
            <ac:picMk id="5" creationId="{E6E5A917-96DD-1609-3C56-67C0D92724B1}"/>
          </ac:picMkLst>
        </pc:picChg>
        <pc:picChg chg="add mod">
          <ac:chgData name="Kamil Warczek (kw316241)" userId="f3db8089-45d3-4ce7-81b6-9eb81915560c" providerId="ADAL" clId="{C3BDEFB5-E591-4296-8B5E-D036F4630AA8}" dt="2026-03-31T10:06:01.001" v="2725" actId="1076"/>
          <ac:picMkLst>
            <pc:docMk/>
            <pc:sldMk cId="369875352" sldId="270"/>
            <ac:picMk id="7" creationId="{E97F869F-D49D-D09A-7552-E5BBC745897B}"/>
          </ac:picMkLst>
        </pc:picChg>
      </pc:sldChg>
      <pc:sldChg chg="addSp delSp modSp add mod delAnim modAnim">
        <pc:chgData name="Kamil Warczek (kw316241)" userId="f3db8089-45d3-4ce7-81b6-9eb81915560c" providerId="ADAL" clId="{C3BDEFB5-E591-4296-8B5E-D036F4630AA8}" dt="2026-03-31T10:18:59.144" v="2909" actId="1076"/>
        <pc:sldMkLst>
          <pc:docMk/>
          <pc:sldMk cId="1252305364" sldId="271"/>
        </pc:sldMkLst>
        <pc:picChg chg="add del mod">
          <ac:chgData name="Kamil Warczek (kw316241)" userId="f3db8089-45d3-4ce7-81b6-9eb81915560c" providerId="ADAL" clId="{C3BDEFB5-E591-4296-8B5E-D036F4630AA8}" dt="2026-03-31T10:17:59.390" v="2907" actId="478"/>
          <ac:picMkLst>
            <pc:docMk/>
            <pc:sldMk cId="1252305364" sldId="271"/>
            <ac:picMk id="11" creationId="{0369FD06-F2FB-2880-65C0-1F8456ED2DF4}"/>
          </ac:picMkLst>
        </pc:picChg>
        <pc:picChg chg="add mod">
          <ac:chgData name="Kamil Warczek (kw316241)" userId="f3db8089-45d3-4ce7-81b6-9eb81915560c" providerId="ADAL" clId="{C3BDEFB5-E591-4296-8B5E-D036F4630AA8}" dt="2026-03-21T16:18:56.918" v="56" actId="1076"/>
          <ac:picMkLst>
            <pc:docMk/>
            <pc:sldMk cId="1252305364" sldId="271"/>
            <ac:picMk id="28" creationId="{19C96B2D-9F21-DC86-BCC0-AD704BA002A0}"/>
          </ac:picMkLst>
        </pc:picChg>
        <pc:picChg chg="add mod">
          <ac:chgData name="Kamil Warczek (kw316241)" userId="f3db8089-45d3-4ce7-81b6-9eb81915560c" providerId="ADAL" clId="{C3BDEFB5-E591-4296-8B5E-D036F4630AA8}" dt="2026-03-21T16:19:15.156" v="59" actId="1076"/>
          <ac:picMkLst>
            <pc:docMk/>
            <pc:sldMk cId="1252305364" sldId="271"/>
            <ac:picMk id="30" creationId="{65259AEA-65CF-1FF6-95D8-3DF628A34BEF}"/>
          </ac:picMkLst>
        </pc:picChg>
        <pc:picChg chg="add mod">
          <ac:chgData name="Kamil Warczek (kw316241)" userId="f3db8089-45d3-4ce7-81b6-9eb81915560c" providerId="ADAL" clId="{C3BDEFB5-E591-4296-8B5E-D036F4630AA8}" dt="2026-03-21T16:19:42.729" v="61" actId="1076"/>
          <ac:picMkLst>
            <pc:docMk/>
            <pc:sldMk cId="1252305364" sldId="271"/>
            <ac:picMk id="32" creationId="{D5B9C335-066A-6838-E818-EA057A32F81C}"/>
          </ac:picMkLst>
        </pc:picChg>
        <pc:picChg chg="add mod">
          <ac:chgData name="Kamil Warczek (kw316241)" userId="f3db8089-45d3-4ce7-81b6-9eb81915560c" providerId="ADAL" clId="{C3BDEFB5-E591-4296-8B5E-D036F4630AA8}" dt="2026-03-31T10:18:59.144" v="2909" actId="1076"/>
          <ac:picMkLst>
            <pc:docMk/>
            <pc:sldMk cId="1252305364" sldId="271"/>
            <ac:picMk id="34" creationId="{AA09E7A6-B996-07C4-0757-67E9D5523B77}"/>
          </ac:picMkLst>
        </pc:picChg>
        <pc:inkChg chg="add del">
          <ac:chgData name="Kamil Warczek (kw316241)" userId="f3db8089-45d3-4ce7-81b6-9eb81915560c" providerId="ADAL" clId="{C3BDEFB5-E591-4296-8B5E-D036F4630AA8}" dt="2026-03-31T10:18:00.826" v="2908" actId="478"/>
          <ac:inkMkLst>
            <pc:docMk/>
            <pc:sldMk cId="1252305364" sldId="271"/>
            <ac:inkMk id="26" creationId="{68A65D4A-78D6-E5EC-AA8A-49500DC81520}"/>
          </ac:inkMkLst>
        </pc:inkChg>
        <pc:inkChg chg="add">
          <ac:chgData name="Kamil Warczek (kw316241)" userId="f3db8089-45d3-4ce7-81b6-9eb81915560c" providerId="ADAL" clId="{C3BDEFB5-E591-4296-8B5E-D036F4630AA8}" dt="2026-03-21T16:17:42.740" v="53" actId="9405"/>
          <ac:inkMkLst>
            <pc:docMk/>
            <pc:sldMk cId="1252305364" sldId="271"/>
            <ac:inkMk id="27" creationId="{6B27A544-4FCE-9513-D419-6B36E63B87C9}"/>
          </ac:inkMkLst>
        </pc:inkChg>
      </pc:sldChg>
      <pc:sldChg chg="addSp delSp modSp add mod modAnim">
        <pc:chgData name="Kamil Warczek (kw316241)" userId="f3db8089-45d3-4ce7-81b6-9eb81915560c" providerId="ADAL" clId="{C3BDEFB5-E591-4296-8B5E-D036F4630AA8}" dt="2026-03-22T18:09:56.847" v="176" actId="1076"/>
        <pc:sldMkLst>
          <pc:docMk/>
          <pc:sldMk cId="2313766924" sldId="272"/>
        </pc:sldMkLst>
        <pc:picChg chg="add mod">
          <ac:chgData name="Kamil Warczek (kw316241)" userId="f3db8089-45d3-4ce7-81b6-9eb81915560c" providerId="ADAL" clId="{C3BDEFB5-E591-4296-8B5E-D036F4630AA8}" dt="2026-03-22T18:07:51.040" v="172" actId="1076"/>
          <ac:picMkLst>
            <pc:docMk/>
            <pc:sldMk cId="2313766924" sldId="272"/>
            <ac:picMk id="5" creationId="{20C09649-B418-644D-F43E-9ACFF11EB66B}"/>
          </ac:picMkLst>
        </pc:picChg>
        <pc:picChg chg="add mod">
          <ac:chgData name="Kamil Warczek (kw316241)" userId="f3db8089-45d3-4ce7-81b6-9eb81915560c" providerId="ADAL" clId="{C3BDEFB5-E591-4296-8B5E-D036F4630AA8}" dt="2026-03-22T18:09:56.847" v="176" actId="1076"/>
          <ac:picMkLst>
            <pc:docMk/>
            <pc:sldMk cId="2313766924" sldId="272"/>
            <ac:picMk id="6" creationId="{21FEC1F2-E8B5-A194-0F0D-D3D223901744}"/>
          </ac:picMkLst>
        </pc:picChg>
      </pc:sldChg>
      <pc:sldChg chg="addSp delSp modSp add mod">
        <pc:chgData name="Kamil Warczek (kw316241)" userId="f3db8089-45d3-4ce7-81b6-9eb81915560c" providerId="ADAL" clId="{C3BDEFB5-E591-4296-8B5E-D036F4630AA8}" dt="2026-03-21T16:28:13.101" v="109" actId="9405"/>
        <pc:sldMkLst>
          <pc:docMk/>
          <pc:sldMk cId="2049357379" sldId="273"/>
        </pc:sldMkLst>
        <pc:picChg chg="add mod">
          <ac:chgData name="Kamil Warczek (kw316241)" userId="f3db8089-45d3-4ce7-81b6-9eb81915560c" providerId="ADAL" clId="{C3BDEFB5-E591-4296-8B5E-D036F4630AA8}" dt="2026-03-21T16:27:59.635" v="106" actId="14100"/>
          <ac:picMkLst>
            <pc:docMk/>
            <pc:sldMk cId="2049357379" sldId="273"/>
            <ac:picMk id="5" creationId="{D550AF88-0099-821F-DD2C-5ECDEDA87DF2}"/>
          </ac:picMkLst>
        </pc:picChg>
        <pc:picChg chg="add mod">
          <ac:chgData name="Kamil Warczek (kw316241)" userId="f3db8089-45d3-4ce7-81b6-9eb81915560c" providerId="ADAL" clId="{C3BDEFB5-E591-4296-8B5E-D036F4630AA8}" dt="2026-03-21T16:27:52.055" v="103" actId="1076"/>
          <ac:picMkLst>
            <pc:docMk/>
            <pc:sldMk cId="2049357379" sldId="273"/>
            <ac:picMk id="8" creationId="{1BFC68A8-CB19-DB01-8CE2-E9C5766DFF43}"/>
          </ac:picMkLst>
        </pc:picChg>
        <pc:inkChg chg="add">
          <ac:chgData name="Kamil Warczek (kw316241)" userId="f3db8089-45d3-4ce7-81b6-9eb81915560c" providerId="ADAL" clId="{C3BDEFB5-E591-4296-8B5E-D036F4630AA8}" dt="2026-03-21T16:28:09.680" v="108" actId="9405"/>
          <ac:inkMkLst>
            <pc:docMk/>
            <pc:sldMk cId="2049357379" sldId="273"/>
            <ac:inkMk id="6" creationId="{16F39441-FBEF-4282-7501-2601A57D5352}"/>
          </ac:inkMkLst>
        </pc:inkChg>
        <pc:inkChg chg="add">
          <ac:chgData name="Kamil Warczek (kw316241)" userId="f3db8089-45d3-4ce7-81b6-9eb81915560c" providerId="ADAL" clId="{C3BDEFB5-E591-4296-8B5E-D036F4630AA8}" dt="2026-03-21T16:28:13.101" v="109" actId="9405"/>
          <ac:inkMkLst>
            <pc:docMk/>
            <pc:sldMk cId="2049357379" sldId="273"/>
            <ac:inkMk id="7" creationId="{064D2E37-DC9F-D533-D9B3-D34E5C312212}"/>
          </ac:inkMkLst>
        </pc:inkChg>
      </pc:sldChg>
      <pc:sldChg chg="addSp delSp modSp add mod modAnim">
        <pc:chgData name="Kamil Warczek (kw316241)" userId="f3db8089-45d3-4ce7-81b6-9eb81915560c" providerId="ADAL" clId="{C3BDEFB5-E591-4296-8B5E-D036F4630AA8}" dt="2026-03-22T17:43:27.860" v="135" actId="1076"/>
        <pc:sldMkLst>
          <pc:docMk/>
          <pc:sldMk cId="621091613" sldId="274"/>
        </pc:sldMkLst>
        <pc:picChg chg="add mod">
          <ac:chgData name="Kamil Warczek (kw316241)" userId="f3db8089-45d3-4ce7-81b6-9eb81915560c" providerId="ADAL" clId="{C3BDEFB5-E591-4296-8B5E-D036F4630AA8}" dt="2026-03-22T17:41:52.665" v="133" actId="1076"/>
          <ac:picMkLst>
            <pc:docMk/>
            <pc:sldMk cId="621091613" sldId="274"/>
            <ac:picMk id="4" creationId="{58B59B43-262C-A61C-DBCD-449F8B9F51D1}"/>
          </ac:picMkLst>
        </pc:picChg>
        <pc:picChg chg="add mod">
          <ac:chgData name="Kamil Warczek (kw316241)" userId="f3db8089-45d3-4ce7-81b6-9eb81915560c" providerId="ADAL" clId="{C3BDEFB5-E591-4296-8B5E-D036F4630AA8}" dt="2026-03-22T17:43:27.860" v="135" actId="1076"/>
          <ac:picMkLst>
            <pc:docMk/>
            <pc:sldMk cId="621091613" sldId="274"/>
            <ac:picMk id="5" creationId="{A0E1AAA1-4A7F-07A6-94E1-64A42349CAC4}"/>
          </ac:picMkLst>
        </pc:picChg>
      </pc:sldChg>
      <pc:sldChg chg="addSp delSp modSp add mod ord delAnim modAnim">
        <pc:chgData name="Kamil Warczek (kw316241)" userId="f3db8089-45d3-4ce7-81b6-9eb81915560c" providerId="ADAL" clId="{C3BDEFB5-E591-4296-8B5E-D036F4630AA8}" dt="2026-03-30T20:50:11.210" v="2641"/>
        <pc:sldMkLst>
          <pc:docMk/>
          <pc:sldMk cId="2368776412" sldId="275"/>
        </pc:sldMkLst>
        <pc:spChg chg="add del mod">
          <ac:chgData name="Kamil Warczek (kw316241)" userId="f3db8089-45d3-4ce7-81b6-9eb81915560c" providerId="ADAL" clId="{C3BDEFB5-E591-4296-8B5E-D036F4630AA8}" dt="2026-03-30T20:47:32.433" v="2627" actId="478"/>
          <ac:spMkLst>
            <pc:docMk/>
            <pc:sldMk cId="2368776412" sldId="275"/>
            <ac:spMk id="6" creationId="{F40C9356-3A2E-8429-9BF0-1CAB98011184}"/>
          </ac:spMkLst>
        </pc:spChg>
        <pc:picChg chg="add mod">
          <ac:chgData name="Kamil Warczek (kw316241)" userId="f3db8089-45d3-4ce7-81b6-9eb81915560c" providerId="ADAL" clId="{C3BDEFB5-E591-4296-8B5E-D036F4630AA8}" dt="2026-03-21T16:29:50.723" v="113" actId="1076"/>
          <ac:picMkLst>
            <pc:docMk/>
            <pc:sldMk cId="2368776412" sldId="275"/>
            <ac:picMk id="5" creationId="{BC06669E-04B1-1DF0-B0B2-CE9E87F42896}"/>
          </ac:picMkLst>
        </pc:picChg>
        <pc:picChg chg="mod">
          <ac:chgData name="Kamil Warczek (kw316241)" userId="f3db8089-45d3-4ce7-81b6-9eb81915560c" providerId="ADAL" clId="{C3BDEFB5-E591-4296-8B5E-D036F4630AA8}" dt="2026-03-30T20:48:41.097" v="2635" actId="1076"/>
          <ac:picMkLst>
            <pc:docMk/>
            <pc:sldMk cId="2368776412" sldId="275"/>
            <ac:picMk id="1026" creationId="{4E2EC5CA-70D5-6925-1A58-73D6E4B1AAA9}"/>
          </ac:picMkLst>
        </pc:picChg>
      </pc:sldChg>
      <pc:sldChg chg="addSp delSp modSp add mod addAnim delAnim modAnim">
        <pc:chgData name="Kamil Warczek (kw316241)" userId="f3db8089-45d3-4ce7-81b6-9eb81915560c" providerId="ADAL" clId="{C3BDEFB5-E591-4296-8B5E-D036F4630AA8}" dt="2026-03-31T10:00:32.706" v="2720" actId="20577"/>
        <pc:sldMkLst>
          <pc:docMk/>
          <pc:sldMk cId="3627010298" sldId="276"/>
        </pc:sldMkLst>
        <pc:spChg chg="mod">
          <ac:chgData name="Kamil Warczek (kw316241)" userId="f3db8089-45d3-4ce7-81b6-9eb81915560c" providerId="ADAL" clId="{C3BDEFB5-E591-4296-8B5E-D036F4630AA8}" dt="2026-03-31T10:00:32.706" v="2720" actId="20577"/>
          <ac:spMkLst>
            <pc:docMk/>
            <pc:sldMk cId="3627010298" sldId="276"/>
            <ac:spMk id="2" creationId="{196BB5FC-6ED3-B7B0-51F9-9EAC06523D6A}"/>
          </ac:spMkLst>
        </pc:spChg>
        <pc:spChg chg="add mod">
          <ac:chgData name="Kamil Warczek (kw316241)" userId="f3db8089-45d3-4ce7-81b6-9eb81915560c" providerId="ADAL" clId="{C3BDEFB5-E591-4296-8B5E-D036F4630AA8}" dt="2026-03-22T18:05:44.008" v="158" actId="1582"/>
          <ac:spMkLst>
            <pc:docMk/>
            <pc:sldMk cId="3627010298" sldId="276"/>
            <ac:spMk id="15" creationId="{22AE40D4-7E21-45DF-7421-2B06F9B3D38C}"/>
          </ac:spMkLst>
        </pc:spChg>
        <pc:picChg chg="add mod">
          <ac:chgData name="Kamil Warczek (kw316241)" userId="f3db8089-45d3-4ce7-81b6-9eb81915560c" providerId="ADAL" clId="{C3BDEFB5-E591-4296-8B5E-D036F4630AA8}" dt="2026-03-22T17:55:42.891" v="139" actId="1076"/>
          <ac:picMkLst>
            <pc:docMk/>
            <pc:sldMk cId="3627010298" sldId="276"/>
            <ac:picMk id="5" creationId="{A64351E0-2585-3B76-36AC-FF4BF2E2C45E}"/>
          </ac:picMkLst>
        </pc:picChg>
        <pc:picChg chg="add mod">
          <ac:chgData name="Kamil Warczek (kw316241)" userId="f3db8089-45d3-4ce7-81b6-9eb81915560c" providerId="ADAL" clId="{C3BDEFB5-E591-4296-8B5E-D036F4630AA8}" dt="2026-03-22T18:01:44.560" v="145" actId="14100"/>
          <ac:picMkLst>
            <pc:docMk/>
            <pc:sldMk cId="3627010298" sldId="276"/>
            <ac:picMk id="10" creationId="{EDF31DDF-BD23-6118-B22F-6171D19341C8}"/>
          </ac:picMkLst>
        </pc:picChg>
        <pc:picChg chg="add mod modCrop">
          <ac:chgData name="Kamil Warczek (kw316241)" userId="f3db8089-45d3-4ce7-81b6-9eb81915560c" providerId="ADAL" clId="{C3BDEFB5-E591-4296-8B5E-D036F4630AA8}" dt="2026-03-22T18:04:45.839" v="150" actId="1076"/>
          <ac:picMkLst>
            <pc:docMk/>
            <pc:sldMk cId="3627010298" sldId="276"/>
            <ac:picMk id="12" creationId="{223DD547-1DF6-4337-919C-F794618488CD}"/>
          </ac:picMkLst>
        </pc:picChg>
        <pc:picChg chg="add mod">
          <ac:chgData name="Kamil Warczek (kw316241)" userId="f3db8089-45d3-4ce7-81b6-9eb81915560c" providerId="ADAL" clId="{C3BDEFB5-E591-4296-8B5E-D036F4630AA8}" dt="2026-03-22T18:05:08.199" v="154" actId="1076"/>
          <ac:picMkLst>
            <pc:docMk/>
            <pc:sldMk cId="3627010298" sldId="276"/>
            <ac:picMk id="14" creationId="{CFD392ED-3AB8-3317-6078-1A750703D700}"/>
          </ac:picMkLst>
        </pc:picChg>
        <pc:picChg chg="add mod">
          <ac:chgData name="Kamil Warczek (kw316241)" userId="f3db8089-45d3-4ce7-81b6-9eb81915560c" providerId="ADAL" clId="{C3BDEFB5-E591-4296-8B5E-D036F4630AA8}" dt="2026-03-22T18:58:52.107" v="2252" actId="14100"/>
          <ac:picMkLst>
            <pc:docMk/>
            <pc:sldMk cId="3627010298" sldId="276"/>
            <ac:picMk id="16" creationId="{93379CD6-F63C-F857-8EE9-910B94CB8DD0}"/>
          </ac:picMkLst>
        </pc:picChg>
      </pc:sldChg>
      <pc:sldChg chg="addSp delSp modSp add mod delAnim modAnim">
        <pc:chgData name="Kamil Warczek (kw316241)" userId="f3db8089-45d3-4ce7-81b6-9eb81915560c" providerId="ADAL" clId="{C3BDEFB5-E591-4296-8B5E-D036F4630AA8}" dt="2026-03-22T18:13:29.701" v="187" actId="1076"/>
        <pc:sldMkLst>
          <pc:docMk/>
          <pc:sldMk cId="1729122839" sldId="277"/>
        </pc:sldMkLst>
        <pc:picChg chg="add mod">
          <ac:chgData name="Kamil Warczek (kw316241)" userId="f3db8089-45d3-4ce7-81b6-9eb81915560c" providerId="ADAL" clId="{C3BDEFB5-E591-4296-8B5E-D036F4630AA8}" dt="2026-03-22T18:11:26.083" v="184" actId="1076"/>
          <ac:picMkLst>
            <pc:docMk/>
            <pc:sldMk cId="1729122839" sldId="277"/>
            <ac:picMk id="4" creationId="{3EBC3DB8-E0A8-3229-6667-BA9DEC434E16}"/>
          </ac:picMkLst>
        </pc:picChg>
        <pc:picChg chg="add mod">
          <ac:chgData name="Kamil Warczek (kw316241)" userId="f3db8089-45d3-4ce7-81b6-9eb81915560c" providerId="ADAL" clId="{C3BDEFB5-E591-4296-8B5E-D036F4630AA8}" dt="2026-03-22T18:13:29.701" v="187" actId="1076"/>
          <ac:picMkLst>
            <pc:docMk/>
            <pc:sldMk cId="1729122839" sldId="277"/>
            <ac:picMk id="7" creationId="{3E6A6A53-207A-6B61-01B0-DAE6F96301B6}"/>
          </ac:picMkLst>
        </pc:picChg>
      </pc:sldChg>
      <pc:sldChg chg="addSp delSp modSp add mod modAnim">
        <pc:chgData name="Kamil Warczek (kw316241)" userId="f3db8089-45d3-4ce7-81b6-9eb81915560c" providerId="ADAL" clId="{C3BDEFB5-E591-4296-8B5E-D036F4630AA8}" dt="2026-03-30T20:52:56.962" v="2656" actId="14100"/>
        <pc:sldMkLst>
          <pc:docMk/>
          <pc:sldMk cId="496770081" sldId="279"/>
        </pc:sldMkLst>
        <pc:spChg chg="add mod">
          <ac:chgData name="Kamil Warczek (kw316241)" userId="f3db8089-45d3-4ce7-81b6-9eb81915560c" providerId="ADAL" clId="{C3BDEFB5-E591-4296-8B5E-D036F4630AA8}" dt="2026-03-22T18:46:15.775" v="1169" actId="20577"/>
          <ac:spMkLst>
            <pc:docMk/>
            <pc:sldMk cId="496770081" sldId="279"/>
            <ac:spMk id="26" creationId="{76908ADE-BC04-EB03-7DE6-82F4F923CE1B}"/>
          </ac:spMkLst>
        </pc:spChg>
        <pc:spChg chg="add mod">
          <ac:chgData name="Kamil Warczek (kw316241)" userId="f3db8089-45d3-4ce7-81b6-9eb81915560c" providerId="ADAL" clId="{C3BDEFB5-E591-4296-8B5E-D036F4630AA8}" dt="2026-03-22T18:46:55.538" v="1263" actId="1076"/>
          <ac:spMkLst>
            <pc:docMk/>
            <pc:sldMk cId="496770081" sldId="279"/>
            <ac:spMk id="27" creationId="{5E836994-0D5C-D003-7265-4C9EEF04970C}"/>
          </ac:spMkLst>
        </pc:spChg>
        <pc:spChg chg="add mod">
          <ac:chgData name="Kamil Warczek (kw316241)" userId="f3db8089-45d3-4ce7-81b6-9eb81915560c" providerId="ADAL" clId="{C3BDEFB5-E591-4296-8B5E-D036F4630AA8}" dt="2026-03-22T18:47:24.942" v="1325" actId="1076"/>
          <ac:spMkLst>
            <pc:docMk/>
            <pc:sldMk cId="496770081" sldId="279"/>
            <ac:spMk id="28" creationId="{7B32ED18-8BC5-D136-E567-316F661FBC1F}"/>
          </ac:spMkLst>
        </pc:spChg>
        <pc:picChg chg="add mod">
          <ac:chgData name="Kamil Warczek (kw316241)" userId="f3db8089-45d3-4ce7-81b6-9eb81915560c" providerId="ADAL" clId="{C3BDEFB5-E591-4296-8B5E-D036F4630AA8}" dt="2026-03-30T20:52:56.962" v="2656" actId="14100"/>
          <ac:picMkLst>
            <pc:docMk/>
            <pc:sldMk cId="496770081" sldId="279"/>
            <ac:picMk id="4" creationId="{AECBA1F0-4601-BEFF-7004-FB6B030D6C39}"/>
          </ac:picMkLst>
        </pc:picChg>
        <pc:picChg chg="add mod">
          <ac:chgData name="Kamil Warczek (kw316241)" userId="f3db8089-45d3-4ce7-81b6-9eb81915560c" providerId="ADAL" clId="{C3BDEFB5-E591-4296-8B5E-D036F4630AA8}" dt="2026-03-22T18:30:09.761" v="276" actId="1076"/>
          <ac:picMkLst>
            <pc:docMk/>
            <pc:sldMk cId="496770081" sldId="279"/>
            <ac:picMk id="21" creationId="{320C37EF-980B-49D6-2F6C-9F35789E710E}"/>
          </ac:picMkLst>
        </pc:picChg>
        <pc:picChg chg="add mod">
          <ac:chgData name="Kamil Warczek (kw316241)" userId="f3db8089-45d3-4ce7-81b6-9eb81915560c" providerId="ADAL" clId="{C3BDEFB5-E591-4296-8B5E-D036F4630AA8}" dt="2026-03-22T18:30:22.137" v="278" actId="1076"/>
          <ac:picMkLst>
            <pc:docMk/>
            <pc:sldMk cId="496770081" sldId="279"/>
            <ac:picMk id="23" creationId="{C6280089-66F1-5ED3-3431-C9DF155E508C}"/>
          </ac:picMkLst>
        </pc:picChg>
        <pc:picChg chg="add mod">
          <ac:chgData name="Kamil Warczek (kw316241)" userId="f3db8089-45d3-4ce7-81b6-9eb81915560c" providerId="ADAL" clId="{C3BDEFB5-E591-4296-8B5E-D036F4630AA8}" dt="2026-03-22T18:46:57.020" v="1264" actId="1076"/>
          <ac:picMkLst>
            <pc:docMk/>
            <pc:sldMk cId="496770081" sldId="279"/>
            <ac:picMk id="25" creationId="{D0BF8AA5-463E-D8B2-A5C9-D88770999A58}"/>
          </ac:picMkLst>
        </pc:picChg>
      </pc:sldChg>
      <pc:sldChg chg="addSp delSp modSp add mod modAnim">
        <pc:chgData name="Kamil Warczek (kw316241)" userId="f3db8089-45d3-4ce7-81b6-9eb81915560c" providerId="ADAL" clId="{C3BDEFB5-E591-4296-8B5E-D036F4630AA8}" dt="2026-03-30T20:56:47.500" v="2694" actId="1076"/>
        <pc:sldMkLst>
          <pc:docMk/>
          <pc:sldMk cId="2549685613" sldId="280"/>
        </pc:sldMkLst>
        <pc:spChg chg="add mod">
          <ac:chgData name="Kamil Warczek (kw316241)" userId="f3db8089-45d3-4ce7-81b6-9eb81915560c" providerId="ADAL" clId="{C3BDEFB5-E591-4296-8B5E-D036F4630AA8}" dt="2026-03-22T18:53:31.447" v="1965" actId="1076"/>
          <ac:spMkLst>
            <pc:docMk/>
            <pc:sldMk cId="2549685613" sldId="280"/>
            <ac:spMk id="3" creationId="{A60DE774-9253-3742-2CD1-933E4DE5F86E}"/>
          </ac:spMkLst>
        </pc:spChg>
        <pc:spChg chg="add mod">
          <ac:chgData name="Kamil Warczek (kw316241)" userId="f3db8089-45d3-4ce7-81b6-9eb81915560c" providerId="ADAL" clId="{C3BDEFB5-E591-4296-8B5E-D036F4630AA8}" dt="2026-03-22T18:54:13.162" v="2041" actId="1076"/>
          <ac:spMkLst>
            <pc:docMk/>
            <pc:sldMk cId="2549685613" sldId="280"/>
            <ac:spMk id="5" creationId="{A9674FB6-40DB-BCF0-8828-C7896A948714}"/>
          </ac:spMkLst>
        </pc:spChg>
        <pc:spChg chg="add mod">
          <ac:chgData name="Kamil Warczek (kw316241)" userId="f3db8089-45d3-4ce7-81b6-9eb81915560c" providerId="ADAL" clId="{C3BDEFB5-E591-4296-8B5E-D036F4630AA8}" dt="2026-03-22T18:54:33.496" v="2061" actId="20577"/>
          <ac:spMkLst>
            <pc:docMk/>
            <pc:sldMk cId="2549685613" sldId="280"/>
            <ac:spMk id="6" creationId="{DB4ECE02-BFD8-B654-B14C-B62DDCEF8174}"/>
          </ac:spMkLst>
        </pc:spChg>
        <pc:spChg chg="add mod">
          <ac:chgData name="Kamil Warczek (kw316241)" userId="f3db8089-45d3-4ce7-81b6-9eb81915560c" providerId="ADAL" clId="{C3BDEFB5-E591-4296-8B5E-D036F4630AA8}" dt="2026-03-22T18:55:57.879" v="2179" actId="20577"/>
          <ac:spMkLst>
            <pc:docMk/>
            <pc:sldMk cId="2549685613" sldId="280"/>
            <ac:spMk id="7" creationId="{4AB8C60C-0531-F6C5-BB16-C534E74AA3C4}"/>
          </ac:spMkLst>
        </pc:spChg>
        <pc:spChg chg="add mod">
          <ac:chgData name="Kamil Warczek (kw316241)" userId="f3db8089-45d3-4ce7-81b6-9eb81915560c" providerId="ADAL" clId="{C3BDEFB5-E591-4296-8B5E-D036F4630AA8}" dt="2026-03-30T20:56:35.032" v="2690" actId="1076"/>
          <ac:spMkLst>
            <pc:docMk/>
            <pc:sldMk cId="2549685613" sldId="280"/>
            <ac:spMk id="10" creationId="{A05F3E45-6B58-A3F3-A180-802FC5DD5CBD}"/>
          </ac:spMkLst>
        </pc:spChg>
        <pc:picChg chg="mod">
          <ac:chgData name="Kamil Warczek (kw316241)" userId="f3db8089-45d3-4ce7-81b6-9eb81915560c" providerId="ADAL" clId="{C3BDEFB5-E591-4296-8B5E-D036F4630AA8}" dt="2026-03-22T18:53:33.012" v="1966" actId="1076"/>
          <ac:picMkLst>
            <pc:docMk/>
            <pc:sldMk cId="2549685613" sldId="280"/>
            <ac:picMk id="4" creationId="{997A9D70-B151-E04B-AC4B-E116010AAD93}"/>
          </ac:picMkLst>
        </pc:picChg>
        <pc:picChg chg="add mod">
          <ac:chgData name="Kamil Warczek (kw316241)" userId="f3db8089-45d3-4ce7-81b6-9eb81915560c" providerId="ADAL" clId="{C3BDEFB5-E591-4296-8B5E-D036F4630AA8}" dt="2026-03-30T20:56:28.447" v="2689" actId="14100"/>
          <ac:picMkLst>
            <pc:docMk/>
            <pc:sldMk cId="2549685613" sldId="280"/>
            <ac:picMk id="9" creationId="{801BB155-ACB8-5B0E-B91C-E2F037B783D6}"/>
          </ac:picMkLst>
        </pc:picChg>
        <pc:picChg chg="mod">
          <ac:chgData name="Kamil Warczek (kw316241)" userId="f3db8089-45d3-4ce7-81b6-9eb81915560c" providerId="ADAL" clId="{C3BDEFB5-E591-4296-8B5E-D036F4630AA8}" dt="2026-03-30T20:56:47.500" v="2694" actId="1076"/>
          <ac:picMkLst>
            <pc:docMk/>
            <pc:sldMk cId="2549685613" sldId="280"/>
            <ac:picMk id="12" creationId="{6875E5B9-9670-CE53-EBAE-2BBF782D9E8E}"/>
          </ac:picMkLst>
        </pc:picChg>
        <pc:picChg chg="mod">
          <ac:chgData name="Kamil Warczek (kw316241)" userId="f3db8089-45d3-4ce7-81b6-9eb81915560c" providerId="ADAL" clId="{C3BDEFB5-E591-4296-8B5E-D036F4630AA8}" dt="2026-03-22T18:53:01.958" v="1890" actId="1076"/>
          <ac:picMkLst>
            <pc:docMk/>
            <pc:sldMk cId="2549685613" sldId="280"/>
            <ac:picMk id="15" creationId="{9DE35F42-CF73-CF51-11CE-84B01AE207F5}"/>
          </ac:picMkLst>
        </pc:picChg>
        <pc:picChg chg="mod">
          <ac:chgData name="Kamil Warczek (kw316241)" userId="f3db8089-45d3-4ce7-81b6-9eb81915560c" providerId="ADAL" clId="{C3BDEFB5-E591-4296-8B5E-D036F4630AA8}" dt="2026-03-22T18:53:00.263" v="1889" actId="1076"/>
          <ac:picMkLst>
            <pc:docMk/>
            <pc:sldMk cId="2549685613" sldId="280"/>
            <ac:picMk id="17" creationId="{BD0D78C5-2D01-A3F0-AEFC-5DAB7499F521}"/>
          </ac:picMkLst>
        </pc:picChg>
      </pc:sldChg>
      <pc:sldChg chg="addSp delSp modSp add mod">
        <pc:chgData name="Kamil Warczek (kw316241)" userId="f3db8089-45d3-4ce7-81b6-9eb81915560c" providerId="ADAL" clId="{C3BDEFB5-E591-4296-8B5E-D036F4630AA8}" dt="2026-03-30T20:53:24.473" v="2660" actId="14100"/>
        <pc:sldMkLst>
          <pc:docMk/>
          <pc:sldMk cId="490129253" sldId="281"/>
        </pc:sldMkLst>
        <pc:spChg chg="add mod">
          <ac:chgData name="Kamil Warczek (kw316241)" userId="f3db8089-45d3-4ce7-81b6-9eb81915560c" providerId="ADAL" clId="{C3BDEFB5-E591-4296-8B5E-D036F4630AA8}" dt="2026-03-22T18:45:55.009" v="1141" actId="20577"/>
          <ac:spMkLst>
            <pc:docMk/>
            <pc:sldMk cId="490129253" sldId="281"/>
            <ac:spMk id="7" creationId="{8719C001-FFA8-8644-5FF5-3411D4F412D4}"/>
          </ac:spMkLst>
        </pc:spChg>
        <pc:picChg chg="add mod">
          <ac:chgData name="Kamil Warczek (kw316241)" userId="f3db8089-45d3-4ce7-81b6-9eb81915560c" providerId="ADAL" clId="{C3BDEFB5-E591-4296-8B5E-D036F4630AA8}" dt="2026-03-30T20:53:24.473" v="2660" actId="14100"/>
          <ac:picMkLst>
            <pc:docMk/>
            <pc:sldMk cId="490129253" sldId="281"/>
            <ac:picMk id="4" creationId="{46BB10EE-B562-0A2A-D5F4-50BA990B8643}"/>
          </ac:picMkLst>
        </pc:picChg>
        <pc:picChg chg="add mod">
          <ac:chgData name="Kamil Warczek (kw316241)" userId="f3db8089-45d3-4ce7-81b6-9eb81915560c" providerId="ADAL" clId="{C3BDEFB5-E591-4296-8B5E-D036F4630AA8}" dt="2026-03-22T18:34:35.497" v="299" actId="1076"/>
          <ac:picMkLst>
            <pc:docMk/>
            <pc:sldMk cId="490129253" sldId="281"/>
            <ac:picMk id="6" creationId="{71C3ABB4-E379-4128-09A4-D377F74129E9}"/>
          </ac:picMkLst>
        </pc:picChg>
      </pc:sldChg>
      <pc:sldChg chg="addSp delSp modSp add mod ord modAnim">
        <pc:chgData name="Kamil Warczek (kw316241)" userId="f3db8089-45d3-4ce7-81b6-9eb81915560c" providerId="ADAL" clId="{C3BDEFB5-E591-4296-8B5E-D036F4630AA8}" dt="2026-03-30T20:57:13.286" v="2699" actId="14100"/>
        <pc:sldMkLst>
          <pc:docMk/>
          <pc:sldMk cId="800223844" sldId="282"/>
        </pc:sldMkLst>
        <pc:spChg chg="add mod">
          <ac:chgData name="Kamil Warczek (kw316241)" userId="f3db8089-45d3-4ce7-81b6-9eb81915560c" providerId="ADAL" clId="{C3BDEFB5-E591-4296-8B5E-D036F4630AA8}" dt="2026-03-22T18:40:40.111" v="834" actId="20577"/>
          <ac:spMkLst>
            <pc:docMk/>
            <pc:sldMk cId="800223844" sldId="282"/>
            <ac:spMk id="7" creationId="{326F5684-9D45-B931-F9D1-9F1EF0970330}"/>
          </ac:spMkLst>
        </pc:spChg>
        <pc:spChg chg="add mod">
          <ac:chgData name="Kamil Warczek (kw316241)" userId="f3db8089-45d3-4ce7-81b6-9eb81915560c" providerId="ADAL" clId="{C3BDEFB5-E591-4296-8B5E-D036F4630AA8}" dt="2026-03-22T18:42:06.219" v="913" actId="1076"/>
          <ac:spMkLst>
            <pc:docMk/>
            <pc:sldMk cId="800223844" sldId="282"/>
            <ac:spMk id="11" creationId="{00ED036C-1A78-E4BB-8981-9FFAF6F8D8D1}"/>
          </ac:spMkLst>
        </pc:spChg>
        <pc:spChg chg="add mod">
          <ac:chgData name="Kamil Warczek (kw316241)" userId="f3db8089-45d3-4ce7-81b6-9eb81915560c" providerId="ADAL" clId="{C3BDEFB5-E591-4296-8B5E-D036F4630AA8}" dt="2026-03-22T18:43:50.665" v="1024" actId="1076"/>
          <ac:spMkLst>
            <pc:docMk/>
            <pc:sldMk cId="800223844" sldId="282"/>
            <ac:spMk id="12" creationId="{00F028F3-66C3-57B9-1502-132F27CE29D6}"/>
          </ac:spMkLst>
        </pc:spChg>
        <pc:spChg chg="add mod">
          <ac:chgData name="Kamil Warczek (kw316241)" userId="f3db8089-45d3-4ce7-81b6-9eb81915560c" providerId="ADAL" clId="{C3BDEFB5-E591-4296-8B5E-D036F4630AA8}" dt="2026-03-22T18:42:50.646" v="1008" actId="1076"/>
          <ac:spMkLst>
            <pc:docMk/>
            <pc:sldMk cId="800223844" sldId="282"/>
            <ac:spMk id="13" creationId="{F4285ABA-0B7D-E841-0E69-EA3A1EBB8496}"/>
          </ac:spMkLst>
        </pc:spChg>
        <pc:spChg chg="add mod">
          <ac:chgData name="Kamil Warczek (kw316241)" userId="f3db8089-45d3-4ce7-81b6-9eb81915560c" providerId="ADAL" clId="{C3BDEFB5-E591-4296-8B5E-D036F4630AA8}" dt="2026-03-22T18:43:33.419" v="1019" actId="14100"/>
          <ac:spMkLst>
            <pc:docMk/>
            <pc:sldMk cId="800223844" sldId="282"/>
            <ac:spMk id="21" creationId="{43830285-A92E-73D4-7FD8-8CF5CF251C07}"/>
          </ac:spMkLst>
        </pc:spChg>
        <pc:spChg chg="add mod">
          <ac:chgData name="Kamil Warczek (kw316241)" userId="f3db8089-45d3-4ce7-81b6-9eb81915560c" providerId="ADAL" clId="{C3BDEFB5-E591-4296-8B5E-D036F4630AA8}" dt="2026-03-22T18:43:45.371" v="1023" actId="1076"/>
          <ac:spMkLst>
            <pc:docMk/>
            <pc:sldMk cId="800223844" sldId="282"/>
            <ac:spMk id="22" creationId="{D4780831-1255-96EC-0AC1-390C1681FDD1}"/>
          </ac:spMkLst>
        </pc:spChg>
        <pc:spChg chg="add mod">
          <ac:chgData name="Kamil Warczek (kw316241)" userId="f3db8089-45d3-4ce7-81b6-9eb81915560c" providerId="ADAL" clId="{C3BDEFB5-E591-4296-8B5E-D036F4630AA8}" dt="2026-03-22T18:44:06.200" v="1027" actId="207"/>
          <ac:spMkLst>
            <pc:docMk/>
            <pc:sldMk cId="800223844" sldId="282"/>
            <ac:spMk id="23" creationId="{134F1461-AFB3-A69B-5C85-DE4BBBDA0C47}"/>
          </ac:spMkLst>
        </pc:spChg>
        <pc:picChg chg="add del mod">
          <ac:chgData name="Kamil Warczek (kw316241)" userId="f3db8089-45d3-4ce7-81b6-9eb81915560c" providerId="ADAL" clId="{C3BDEFB5-E591-4296-8B5E-D036F4630AA8}" dt="2026-03-30T20:55:48.899" v="2683" actId="21"/>
          <ac:picMkLst>
            <pc:docMk/>
            <pc:sldMk cId="800223844" sldId="282"/>
            <ac:picMk id="4" creationId="{DDF588C7-239F-6B11-F859-EF84730F6995}"/>
          </ac:picMkLst>
        </pc:picChg>
        <pc:picChg chg="add mod">
          <ac:chgData name="Kamil Warczek (kw316241)" userId="f3db8089-45d3-4ce7-81b6-9eb81915560c" providerId="ADAL" clId="{C3BDEFB5-E591-4296-8B5E-D036F4630AA8}" dt="2026-03-22T18:43:36.765" v="1022" actId="1076"/>
          <ac:picMkLst>
            <pc:docMk/>
            <pc:sldMk cId="800223844" sldId="282"/>
            <ac:picMk id="5" creationId="{78C42303-1029-1FEC-E65C-9ABEFA101C91}"/>
          </ac:picMkLst>
        </pc:picChg>
        <pc:picChg chg="add mod">
          <ac:chgData name="Kamil Warczek (kw316241)" userId="f3db8089-45d3-4ce7-81b6-9eb81915560c" providerId="ADAL" clId="{C3BDEFB5-E591-4296-8B5E-D036F4630AA8}" dt="2026-03-30T20:57:13.286" v="2699" actId="14100"/>
          <ac:picMkLst>
            <pc:docMk/>
            <pc:sldMk cId="800223844" sldId="282"/>
            <ac:picMk id="8" creationId="{A1C4D863-3EB7-FB2A-69F9-A53419F7895D}"/>
          </ac:picMkLst>
        </pc:picChg>
        <pc:cxnChg chg="add mod">
          <ac:chgData name="Kamil Warczek (kw316241)" userId="f3db8089-45d3-4ce7-81b6-9eb81915560c" providerId="ADAL" clId="{C3BDEFB5-E591-4296-8B5E-D036F4630AA8}" dt="2026-03-22T18:40:59.241" v="838" actId="14100"/>
          <ac:cxnSpMkLst>
            <pc:docMk/>
            <pc:sldMk cId="800223844" sldId="282"/>
            <ac:cxnSpMk id="9" creationId="{6E28B924-E103-39A6-43CD-285500080A50}"/>
          </ac:cxnSpMkLst>
        </pc:cxnChg>
        <pc:cxnChg chg="add mod">
          <ac:chgData name="Kamil Warczek (kw316241)" userId="f3db8089-45d3-4ce7-81b6-9eb81915560c" providerId="ADAL" clId="{C3BDEFB5-E591-4296-8B5E-D036F4630AA8}" dt="2026-03-22T18:43:11.360" v="1015" actId="14100"/>
          <ac:cxnSpMkLst>
            <pc:docMk/>
            <pc:sldMk cId="800223844" sldId="282"/>
            <ac:cxnSpMk id="14" creationId="{91175717-12D7-F59F-676A-8A6FF18EDC2A}"/>
          </ac:cxnSpMkLst>
        </pc:cxnChg>
        <pc:cxnChg chg="add mod">
          <ac:chgData name="Kamil Warczek (kw316241)" userId="f3db8089-45d3-4ce7-81b6-9eb81915560c" providerId="ADAL" clId="{C3BDEFB5-E591-4296-8B5E-D036F4630AA8}" dt="2026-03-22T18:43:07.748" v="1014" actId="14100"/>
          <ac:cxnSpMkLst>
            <pc:docMk/>
            <pc:sldMk cId="800223844" sldId="282"/>
            <ac:cxnSpMk id="17" creationId="{19EAA8CE-947A-0547-0D17-50ABB22E3538}"/>
          </ac:cxnSpMkLst>
        </pc:cxnChg>
      </pc:sldChg>
      <pc:sldChg chg="addSp delSp modSp add mod ord">
        <pc:chgData name="Kamil Warczek (kw316241)" userId="f3db8089-45d3-4ce7-81b6-9eb81915560c" providerId="ADAL" clId="{C3BDEFB5-E591-4296-8B5E-D036F4630AA8}" dt="2026-03-30T20:55:46.020" v="2682"/>
        <pc:sldMkLst>
          <pc:docMk/>
          <pc:sldMk cId="3521489135" sldId="283"/>
        </pc:sldMkLst>
        <pc:spChg chg="add mod">
          <ac:chgData name="Kamil Warczek (kw316241)" userId="f3db8089-45d3-4ce7-81b6-9eb81915560c" providerId="ADAL" clId="{C3BDEFB5-E591-4296-8B5E-D036F4630AA8}" dt="2026-03-30T20:54:19.466" v="2666" actId="1076"/>
          <ac:spMkLst>
            <pc:docMk/>
            <pc:sldMk cId="3521489135" sldId="283"/>
            <ac:spMk id="12" creationId="{658EFBF8-B397-0522-FEEE-3B10D9E5F508}"/>
          </ac:spMkLst>
        </pc:spChg>
        <pc:picChg chg="mod">
          <ac:chgData name="Kamil Warczek (kw316241)" userId="f3db8089-45d3-4ce7-81b6-9eb81915560c" providerId="ADAL" clId="{C3BDEFB5-E591-4296-8B5E-D036F4630AA8}" dt="2026-03-30T20:54:26.803" v="2667" actId="1076"/>
          <ac:picMkLst>
            <pc:docMk/>
            <pc:sldMk cId="3521489135" sldId="283"/>
            <ac:picMk id="4" creationId="{3B1CF2D1-8388-96C6-698E-CEEA505E0CE2}"/>
          </ac:picMkLst>
        </pc:picChg>
        <pc:picChg chg="add del mod">
          <ac:chgData name="Kamil Warczek (kw316241)" userId="f3db8089-45d3-4ce7-81b6-9eb81915560c" providerId="ADAL" clId="{C3BDEFB5-E591-4296-8B5E-D036F4630AA8}" dt="2026-03-30T20:55:15.575" v="2674" actId="21"/>
          <ac:picMkLst>
            <pc:docMk/>
            <pc:sldMk cId="3521489135" sldId="283"/>
            <ac:picMk id="5" creationId="{F5275741-E325-B8C8-EFF2-A374F70030B7}"/>
          </ac:picMkLst>
        </pc:picChg>
        <pc:picChg chg="add mod">
          <ac:chgData name="Kamil Warczek (kw316241)" userId="f3db8089-45d3-4ce7-81b6-9eb81915560c" providerId="ADAL" clId="{C3BDEFB5-E591-4296-8B5E-D036F4630AA8}" dt="2026-03-30T20:55:46.020" v="2682"/>
          <ac:picMkLst>
            <pc:docMk/>
            <pc:sldMk cId="3521489135" sldId="283"/>
            <ac:picMk id="9" creationId="{F5275741-E325-B8C8-EFF2-A374F70030B7}"/>
          </ac:picMkLst>
        </pc:picChg>
        <pc:cxnChg chg="add mod">
          <ac:chgData name="Kamil Warczek (kw316241)" userId="f3db8089-45d3-4ce7-81b6-9eb81915560c" providerId="ADAL" clId="{C3BDEFB5-E591-4296-8B5E-D036F4630AA8}" dt="2026-03-30T20:54:26.803" v="2667" actId="1076"/>
          <ac:cxnSpMkLst>
            <pc:docMk/>
            <pc:sldMk cId="3521489135" sldId="283"/>
            <ac:cxnSpMk id="6" creationId="{64F03608-AFE2-3C88-F555-F6D0F002430A}"/>
          </ac:cxnSpMkLst>
        </pc:cxnChg>
        <pc:cxnChg chg="add mod">
          <ac:chgData name="Kamil Warczek (kw316241)" userId="f3db8089-45d3-4ce7-81b6-9eb81915560c" providerId="ADAL" clId="{C3BDEFB5-E591-4296-8B5E-D036F4630AA8}" dt="2026-03-30T20:54:26.803" v="2667" actId="1076"/>
          <ac:cxnSpMkLst>
            <pc:docMk/>
            <pc:sldMk cId="3521489135" sldId="283"/>
            <ac:cxnSpMk id="7" creationId="{E9D8C559-B774-A0AE-C424-25FD17DDE5C6}"/>
          </ac:cxnSpMkLst>
        </pc:cxnChg>
        <pc:cxnChg chg="add mod">
          <ac:chgData name="Kamil Warczek (kw316241)" userId="f3db8089-45d3-4ce7-81b6-9eb81915560c" providerId="ADAL" clId="{C3BDEFB5-E591-4296-8B5E-D036F4630AA8}" dt="2026-03-30T20:54:26.803" v="2667" actId="1076"/>
          <ac:cxnSpMkLst>
            <pc:docMk/>
            <pc:sldMk cId="3521489135" sldId="283"/>
            <ac:cxnSpMk id="8" creationId="{F7828BC9-E009-9273-7E0C-8BA1A0C62FBA}"/>
          </ac:cxnSpMkLst>
        </pc:cxnChg>
      </pc:sldChg>
      <pc:sldChg chg="addSp delSp modSp add mod ord">
        <pc:chgData name="Kamil Warczek (kw316241)" userId="f3db8089-45d3-4ce7-81b6-9eb81915560c" providerId="ADAL" clId="{C3BDEFB5-E591-4296-8B5E-D036F4630AA8}" dt="2026-03-30T20:55:50.744" v="2684"/>
        <pc:sldMkLst>
          <pc:docMk/>
          <pc:sldMk cId="2902693662" sldId="284"/>
        </pc:sldMkLst>
        <pc:spChg chg="add mod">
          <ac:chgData name="Kamil Warczek (kw316241)" userId="f3db8089-45d3-4ce7-81b6-9eb81915560c" providerId="ADAL" clId="{C3BDEFB5-E591-4296-8B5E-D036F4630AA8}" dt="2026-03-30T20:55:23.779" v="2677" actId="1076"/>
          <ac:spMkLst>
            <pc:docMk/>
            <pc:sldMk cId="2902693662" sldId="284"/>
            <ac:spMk id="9" creationId="{78489824-1CCF-BA6F-DAEC-E4954CA63C8F}"/>
          </ac:spMkLst>
        </pc:spChg>
        <pc:picChg chg="add mod">
          <ac:chgData name="Kamil Warczek (kw316241)" userId="f3db8089-45d3-4ce7-81b6-9eb81915560c" providerId="ADAL" clId="{C3BDEFB5-E591-4296-8B5E-D036F4630AA8}" dt="2026-03-30T20:55:50.744" v="2684"/>
          <ac:picMkLst>
            <pc:docMk/>
            <pc:sldMk cId="2902693662" sldId="284"/>
            <ac:picMk id="4" creationId="{DDF588C7-239F-6B11-F859-EF84730F6995}"/>
          </ac:picMkLst>
        </pc:picChg>
        <pc:picChg chg="add del mod">
          <ac:chgData name="Kamil Warczek (kw316241)" userId="f3db8089-45d3-4ce7-81b6-9eb81915560c" providerId="ADAL" clId="{C3BDEFB5-E591-4296-8B5E-D036F4630AA8}" dt="2026-03-30T20:55:44.854" v="2681" actId="21"/>
          <ac:picMkLst>
            <pc:docMk/>
            <pc:sldMk cId="2902693662" sldId="284"/>
            <ac:picMk id="5" creationId="{F5275741-E325-B8C8-EFF2-A374F70030B7}"/>
          </ac:picMkLst>
        </pc:picChg>
        <pc:picChg chg="add mod">
          <ac:chgData name="Kamil Warczek (kw316241)" userId="f3db8089-45d3-4ce7-81b6-9eb81915560c" providerId="ADAL" clId="{C3BDEFB5-E591-4296-8B5E-D036F4630AA8}" dt="2026-03-30T20:55:22.011" v="2676" actId="1076"/>
          <ac:picMkLst>
            <pc:docMk/>
            <pc:sldMk cId="2902693662" sldId="284"/>
            <ac:picMk id="6" creationId="{A2B83DA0-EC5F-07B7-080F-3D8321A09B9D}"/>
          </ac:picMkLst>
        </pc:picChg>
        <pc:picChg chg="add mod">
          <ac:chgData name="Kamil Warczek (kw316241)" userId="f3db8089-45d3-4ce7-81b6-9eb81915560c" providerId="ADAL" clId="{C3BDEFB5-E591-4296-8B5E-D036F4630AA8}" dt="2026-03-30T20:55:26.159" v="2678" actId="1076"/>
          <ac:picMkLst>
            <pc:docMk/>
            <pc:sldMk cId="2902693662" sldId="284"/>
            <ac:picMk id="8" creationId="{E7779BCA-89EC-3AE3-28CF-A00EE848E483}"/>
          </ac:picMkLst>
        </pc:picChg>
      </pc:sldChg>
      <pc:sldChg chg="addSp delSp modSp add mod modAnim">
        <pc:chgData name="Kamil Warczek (kw316241)" userId="f3db8089-45d3-4ce7-81b6-9eb81915560c" providerId="ADAL" clId="{C3BDEFB5-E591-4296-8B5E-D036F4630AA8}" dt="2026-03-30T20:52:36.648" v="2653" actId="14100"/>
        <pc:sldMkLst>
          <pc:docMk/>
          <pc:sldMk cId="2433730661" sldId="285"/>
        </pc:sldMkLst>
        <pc:spChg chg="add mod">
          <ac:chgData name="Kamil Warczek (kw316241)" userId="f3db8089-45d3-4ce7-81b6-9eb81915560c" providerId="ADAL" clId="{C3BDEFB5-E591-4296-8B5E-D036F4630AA8}" dt="2026-03-22T18:52:03.066" v="1839" actId="20577"/>
          <ac:spMkLst>
            <pc:docMk/>
            <pc:sldMk cId="2433730661" sldId="285"/>
            <ac:spMk id="3" creationId="{D3FC7AFB-C141-F5C8-E6B2-12B8EE2191B7}"/>
          </ac:spMkLst>
        </pc:spChg>
        <pc:spChg chg="add mod">
          <ac:chgData name="Kamil Warczek (kw316241)" userId="f3db8089-45d3-4ce7-81b6-9eb81915560c" providerId="ADAL" clId="{C3BDEFB5-E591-4296-8B5E-D036F4630AA8}" dt="2026-03-22T18:52:30.621" v="1886" actId="5793"/>
          <ac:spMkLst>
            <pc:docMk/>
            <pc:sldMk cId="2433730661" sldId="285"/>
            <ac:spMk id="6" creationId="{EC6AC79A-CE4F-B897-66CA-7491EAE438C7}"/>
          </ac:spMkLst>
        </pc:spChg>
        <pc:picChg chg="add mod">
          <ac:chgData name="Kamil Warczek (kw316241)" userId="f3db8089-45d3-4ce7-81b6-9eb81915560c" providerId="ADAL" clId="{C3BDEFB5-E591-4296-8B5E-D036F4630AA8}" dt="2026-03-30T20:52:36.648" v="2653" actId="14100"/>
          <ac:picMkLst>
            <pc:docMk/>
            <pc:sldMk cId="2433730661" sldId="285"/>
            <ac:picMk id="7" creationId="{4484EF30-6A3F-C38F-87AB-9F5992A38838}"/>
          </ac:picMkLst>
        </pc:picChg>
        <pc:picChg chg="mod">
          <ac:chgData name="Kamil Warczek (kw316241)" userId="f3db8089-45d3-4ce7-81b6-9eb81915560c" providerId="ADAL" clId="{C3BDEFB5-E591-4296-8B5E-D036F4630AA8}" dt="2026-03-30T20:52:17.233" v="2650" actId="1076"/>
          <ac:picMkLst>
            <pc:docMk/>
            <pc:sldMk cId="2433730661" sldId="285"/>
            <ac:picMk id="9" creationId="{259CDA3F-8941-B712-26FA-74793F1DACBA}"/>
          </ac:picMkLst>
        </pc:picChg>
      </pc:sldChg>
      <pc:sldChg chg="addSp delSp modSp new mod ord modClrScheme chgLayout">
        <pc:chgData name="Kamil Warczek (kw316241)" userId="f3db8089-45d3-4ce7-81b6-9eb81915560c" providerId="ADAL" clId="{C3BDEFB5-E591-4296-8B5E-D036F4630AA8}" dt="2026-03-22T19:02:49.132" v="2615" actId="20577"/>
        <pc:sldMkLst>
          <pc:docMk/>
          <pc:sldMk cId="2273234279" sldId="286"/>
        </pc:sldMkLst>
        <pc:spChg chg="add mod ord">
          <ac:chgData name="Kamil Warczek (kw316241)" userId="f3db8089-45d3-4ce7-81b6-9eb81915560c" providerId="ADAL" clId="{C3BDEFB5-E591-4296-8B5E-D036F4630AA8}" dt="2026-03-22T19:00:13.694" v="2263" actId="20577"/>
          <ac:spMkLst>
            <pc:docMk/>
            <pc:sldMk cId="2273234279" sldId="286"/>
            <ac:spMk id="4" creationId="{DED965D4-C35C-D189-80E7-4B212F49795D}"/>
          </ac:spMkLst>
        </pc:spChg>
        <pc:spChg chg="add mod ord">
          <ac:chgData name="Kamil Warczek (kw316241)" userId="f3db8089-45d3-4ce7-81b6-9eb81915560c" providerId="ADAL" clId="{C3BDEFB5-E591-4296-8B5E-D036F4630AA8}" dt="2026-03-22T19:02:49.132" v="2615" actId="20577"/>
          <ac:spMkLst>
            <pc:docMk/>
            <pc:sldMk cId="2273234279" sldId="286"/>
            <ac:spMk id="6" creationId="{EF0B7FF3-1D98-F156-9AFC-DE981505E5C2}"/>
          </ac:spMkLst>
        </pc:spChg>
      </pc:sldChg>
      <pc:sldChg chg="addSp delSp modSp add mod">
        <pc:chgData name="Kamil Warczek (kw316241)" userId="f3db8089-45d3-4ce7-81b6-9eb81915560c" providerId="ADAL" clId="{C3BDEFB5-E591-4296-8B5E-D036F4630AA8}" dt="2026-03-31T10:12:21.022" v="2852" actId="20577"/>
        <pc:sldMkLst>
          <pc:docMk/>
          <pc:sldMk cId="2725993144" sldId="288"/>
        </pc:sldMkLst>
        <pc:spChg chg="mod">
          <ac:chgData name="Kamil Warczek (kw316241)" userId="f3db8089-45d3-4ce7-81b6-9eb81915560c" providerId="ADAL" clId="{C3BDEFB5-E591-4296-8B5E-D036F4630AA8}" dt="2026-03-31T10:12:21.022" v="2852" actId="20577"/>
          <ac:spMkLst>
            <pc:docMk/>
            <pc:sldMk cId="2725993144" sldId="288"/>
            <ac:spMk id="2" creationId="{411E61DE-72EF-E630-00DE-1EB7F4C6DDD7}"/>
          </ac:spMkLst>
        </pc:spChg>
        <pc:picChg chg="add del mod">
          <ac:chgData name="Kamil Warczek (kw316241)" userId="f3db8089-45d3-4ce7-81b6-9eb81915560c" providerId="ADAL" clId="{C3BDEFB5-E591-4296-8B5E-D036F4630AA8}" dt="2026-03-31T10:10:10.016" v="2744" actId="478"/>
          <ac:picMkLst>
            <pc:docMk/>
            <pc:sldMk cId="2725993144" sldId="288"/>
            <ac:picMk id="4" creationId="{1802338E-A6A4-FA24-BE6E-BA39D1DA6F9D}"/>
          </ac:picMkLst>
        </pc:picChg>
        <pc:picChg chg="del">
          <ac:chgData name="Kamil Warczek (kw316241)" userId="f3db8089-45d3-4ce7-81b6-9eb81915560c" providerId="ADAL" clId="{C3BDEFB5-E591-4296-8B5E-D036F4630AA8}" dt="2026-03-31T10:06:05.497" v="2727" actId="478"/>
          <ac:picMkLst>
            <pc:docMk/>
            <pc:sldMk cId="2725993144" sldId="288"/>
            <ac:picMk id="5" creationId="{D6F6B0A1-90A6-6C23-3D4A-CB5390785E77}"/>
          </ac:picMkLst>
        </pc:picChg>
        <pc:picChg chg="del">
          <ac:chgData name="Kamil Warczek (kw316241)" userId="f3db8089-45d3-4ce7-81b6-9eb81915560c" providerId="ADAL" clId="{C3BDEFB5-E591-4296-8B5E-D036F4630AA8}" dt="2026-03-31T10:06:06.215" v="2728" actId="478"/>
          <ac:picMkLst>
            <pc:docMk/>
            <pc:sldMk cId="2725993144" sldId="288"/>
            <ac:picMk id="7" creationId="{1B950633-D9F9-B6FB-4CAE-0F1313081424}"/>
          </ac:picMkLst>
        </pc:picChg>
        <pc:picChg chg="add del mod">
          <ac:chgData name="Kamil Warczek (kw316241)" userId="f3db8089-45d3-4ce7-81b6-9eb81915560c" providerId="ADAL" clId="{C3BDEFB5-E591-4296-8B5E-D036F4630AA8}" dt="2026-03-31T10:08:58.198" v="2737" actId="478"/>
          <ac:picMkLst>
            <pc:docMk/>
            <pc:sldMk cId="2725993144" sldId="288"/>
            <ac:picMk id="8" creationId="{D8B653DE-2A7E-1B39-9114-F685E30D854A}"/>
          </ac:picMkLst>
        </pc:picChg>
        <pc:picChg chg="add mod">
          <ac:chgData name="Kamil Warczek (kw316241)" userId="f3db8089-45d3-4ce7-81b6-9eb81915560c" providerId="ADAL" clId="{C3BDEFB5-E591-4296-8B5E-D036F4630AA8}" dt="2026-03-31T10:10:39.266" v="2752" actId="1076"/>
          <ac:picMkLst>
            <pc:docMk/>
            <pc:sldMk cId="2725993144" sldId="288"/>
            <ac:picMk id="10" creationId="{D1EEC5A0-6C32-D301-0200-3BFD9A26C89F}"/>
          </ac:picMkLst>
        </pc:picChg>
        <pc:picChg chg="add mod">
          <ac:chgData name="Kamil Warczek (kw316241)" userId="f3db8089-45d3-4ce7-81b6-9eb81915560c" providerId="ADAL" clId="{C3BDEFB5-E591-4296-8B5E-D036F4630AA8}" dt="2026-03-31T10:10:37.399" v="2751" actId="1076"/>
          <ac:picMkLst>
            <pc:docMk/>
            <pc:sldMk cId="2725993144" sldId="288"/>
            <ac:picMk id="12" creationId="{BBF6CD8F-E41B-18DD-EDBA-3F7944624BC6}"/>
          </ac:picMkLst>
        </pc:picChg>
      </pc:sldChg>
      <pc:sldChg chg="delSp modSp add mod ord">
        <pc:chgData name="Kamil Warczek (kw316241)" userId="f3db8089-45d3-4ce7-81b6-9eb81915560c" providerId="ADAL" clId="{C3BDEFB5-E591-4296-8B5E-D036F4630AA8}" dt="2026-03-31T10:11:28.588" v="2781" actId="20577"/>
        <pc:sldMkLst>
          <pc:docMk/>
          <pc:sldMk cId="2588641093" sldId="289"/>
        </pc:sldMkLst>
        <pc:spChg chg="mod">
          <ac:chgData name="Kamil Warczek (kw316241)" userId="f3db8089-45d3-4ce7-81b6-9eb81915560c" providerId="ADAL" clId="{C3BDEFB5-E591-4296-8B5E-D036F4630AA8}" dt="2026-03-31T10:11:28.588" v="2781" actId="20577"/>
          <ac:spMkLst>
            <pc:docMk/>
            <pc:sldMk cId="2588641093" sldId="289"/>
            <ac:spMk id="2" creationId="{88243531-6E08-2D1C-1070-787DCB0153DB}"/>
          </ac:spMkLst>
        </pc:spChg>
        <pc:picChg chg="del">
          <ac:chgData name="Kamil Warczek (kw316241)" userId="f3db8089-45d3-4ce7-81b6-9eb81915560c" providerId="ADAL" clId="{C3BDEFB5-E591-4296-8B5E-D036F4630AA8}" dt="2026-03-31T10:08:55.055" v="2736" actId="478"/>
          <ac:picMkLst>
            <pc:docMk/>
            <pc:sldMk cId="2588641093" sldId="289"/>
            <ac:picMk id="4" creationId="{D8F0BDFC-20B0-92BF-8263-FBECB526744F}"/>
          </ac:picMkLst>
        </pc:picChg>
        <pc:picChg chg="mod">
          <ac:chgData name="Kamil Warczek (kw316241)" userId="f3db8089-45d3-4ce7-81b6-9eb81915560c" providerId="ADAL" clId="{C3BDEFB5-E591-4296-8B5E-D036F4630AA8}" dt="2026-03-31T10:09:12.833" v="2742" actId="1076"/>
          <ac:picMkLst>
            <pc:docMk/>
            <pc:sldMk cId="2588641093" sldId="289"/>
            <ac:picMk id="8" creationId="{CB349154-712A-FC16-BC0E-45547D0DC434}"/>
          </ac:picMkLst>
        </pc:picChg>
      </pc:sldChg>
      <pc:sldChg chg="modSp add mod">
        <pc:chgData name="Kamil Warczek (kw316241)" userId="f3db8089-45d3-4ce7-81b6-9eb81915560c" providerId="ADAL" clId="{C3BDEFB5-E591-4296-8B5E-D036F4630AA8}" dt="2026-03-31T10:12:46.541" v="2905" actId="20577"/>
        <pc:sldMkLst>
          <pc:docMk/>
          <pc:sldMk cId="3821294950" sldId="290"/>
        </pc:sldMkLst>
        <pc:spChg chg="mod">
          <ac:chgData name="Kamil Warczek (kw316241)" userId="f3db8089-45d3-4ce7-81b6-9eb81915560c" providerId="ADAL" clId="{C3BDEFB5-E591-4296-8B5E-D036F4630AA8}" dt="2026-03-31T10:12:46.541" v="2905" actId="20577"/>
          <ac:spMkLst>
            <pc:docMk/>
            <pc:sldMk cId="3821294950" sldId="290"/>
            <ac:spMk id="2" creationId="{99B86F3D-F3E4-BDC1-10D4-F558A486C761}"/>
          </ac:spMkLst>
        </pc:spChg>
      </pc:sldChg>
      <pc:sldChg chg="addSp delSp modSp add mod ord">
        <pc:chgData name="Kamil Warczek (kw316241)" userId="f3db8089-45d3-4ce7-81b6-9eb81915560c" providerId="ADAL" clId="{C3BDEFB5-E591-4296-8B5E-D036F4630AA8}" dt="2026-03-31T10:12:34.164" v="2882" actId="20577"/>
        <pc:sldMkLst>
          <pc:docMk/>
          <pc:sldMk cId="1508269255" sldId="291"/>
        </pc:sldMkLst>
        <pc:spChg chg="mod">
          <ac:chgData name="Kamil Warczek (kw316241)" userId="f3db8089-45d3-4ce7-81b6-9eb81915560c" providerId="ADAL" clId="{C3BDEFB5-E591-4296-8B5E-D036F4630AA8}" dt="2026-03-31T10:12:34.164" v="2882" actId="20577"/>
          <ac:spMkLst>
            <pc:docMk/>
            <pc:sldMk cId="1508269255" sldId="291"/>
            <ac:spMk id="2" creationId="{6AFF28A6-C8D8-25DB-4C0B-29ED7508FC9E}"/>
          </ac:spMkLst>
        </pc:spChg>
        <pc:picChg chg="del">
          <ac:chgData name="Kamil Warczek (kw316241)" userId="f3db8089-45d3-4ce7-81b6-9eb81915560c" providerId="ADAL" clId="{C3BDEFB5-E591-4296-8B5E-D036F4630AA8}" dt="2026-03-31T10:11:10.014" v="2754" actId="478"/>
          <ac:picMkLst>
            <pc:docMk/>
            <pc:sldMk cId="1508269255" sldId="291"/>
            <ac:picMk id="4" creationId="{D8FE82B7-F4C6-1E11-4C9F-8857C389C9CA}"/>
          </ac:picMkLst>
        </pc:picChg>
        <pc:picChg chg="add mod">
          <ac:chgData name="Kamil Warczek (kw316241)" userId="f3db8089-45d3-4ce7-81b6-9eb81915560c" providerId="ADAL" clId="{C3BDEFB5-E591-4296-8B5E-D036F4630AA8}" dt="2026-03-31T10:11:13.410" v="2756" actId="1076"/>
          <ac:picMkLst>
            <pc:docMk/>
            <pc:sldMk cId="1508269255" sldId="291"/>
            <ac:picMk id="5" creationId="{C1E1DCA9-9410-DBAD-5DCA-D567BD2266DB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6226B0-7B25-435F-86DA-5D9F46963E76}" type="datetimeFigureOut">
              <a:rPr lang="pl-PL" smtClean="0"/>
              <a:t>12.06.2026</a:t>
            </a:fld>
            <a:endParaRPr lang="pl-PL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89841B-329E-4BBA-8373-BACC083F1DB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5383846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89841B-329E-4BBA-8373-BACC083F1DB6}" type="slidenum">
              <a:rPr lang="pl-PL" smtClean="0"/>
              <a:t>8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650304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A0B57-D144-479F-8273-2D8DD2F3C1A3}" type="datetimeFigureOut">
              <a:rPr lang="pl-PL" smtClean="0"/>
              <a:t>12.06.2026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5348662B-D1F3-4C44-93F5-69B5B75C86A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69090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A0B57-D144-479F-8273-2D8DD2F3C1A3}" type="datetimeFigureOut">
              <a:rPr lang="pl-PL" smtClean="0"/>
              <a:t>12.06.2026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8662B-D1F3-4C44-93F5-69B5B75C86A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8450897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A0B57-D144-479F-8273-2D8DD2F3C1A3}" type="datetimeFigureOut">
              <a:rPr lang="pl-PL" smtClean="0"/>
              <a:t>12.06.2026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5348662B-D1F3-4C44-93F5-69B5B75C86A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8688587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A0B57-D144-479F-8273-2D8DD2F3C1A3}" type="datetimeFigureOut">
              <a:rPr lang="pl-PL" smtClean="0"/>
              <a:t>12.06.2026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8662B-D1F3-4C44-93F5-69B5B75C86A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0663184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A0B57-D144-479F-8273-2D8DD2F3C1A3}" type="datetimeFigureOut">
              <a:rPr lang="pl-PL" smtClean="0"/>
              <a:t>12.06.2026</a:t>
            </a:fld>
            <a:endParaRPr lang="pl-P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8662B-D1F3-4C44-93F5-69B5B75C86A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0358918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A0B57-D144-479F-8273-2D8DD2F3C1A3}" type="datetimeFigureOut">
              <a:rPr lang="pl-PL" smtClean="0"/>
              <a:t>12.06.2026</a:t>
            </a:fld>
            <a:endParaRPr lang="pl-P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8662B-D1F3-4C44-93F5-69B5B75C86A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264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A0B57-D144-479F-8273-2D8DD2F3C1A3}" type="datetimeFigureOut">
              <a:rPr lang="pl-PL" smtClean="0"/>
              <a:t>12.06.2026</a:t>
            </a:fld>
            <a:endParaRPr lang="pl-P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8662B-D1F3-4C44-93F5-69B5B75C86A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47597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A0B57-D144-479F-8273-2D8DD2F3C1A3}" type="datetimeFigureOut">
              <a:rPr lang="pl-PL" smtClean="0"/>
              <a:t>12.06.2026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8662B-D1F3-4C44-93F5-69B5B75C86A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6086918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l-PL"/>
              <a:t>Kliknij ikonę, aby dodać obraz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A0B57-D144-479F-8273-2D8DD2F3C1A3}" type="datetimeFigureOut">
              <a:rPr lang="pl-PL" smtClean="0"/>
              <a:t>12.06.2026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8662B-D1F3-4C44-93F5-69B5B75C86A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38138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braz panoramiczny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l-PL"/>
              <a:t>Kliknij ikonę, aby dodać obraz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A0B57-D144-479F-8273-2D8DD2F3C1A3}" type="datetimeFigureOut">
              <a:rPr lang="pl-PL" smtClean="0"/>
              <a:t>12.06.2026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5348662B-D1F3-4C44-93F5-69B5B75C86A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7900129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ytuł i po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A0B57-D144-479F-8273-2D8DD2F3C1A3}" type="datetimeFigureOut">
              <a:rPr lang="pl-PL" smtClean="0"/>
              <a:t>12.06.2026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5348662B-D1F3-4C44-93F5-69B5B75C86A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8677676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ferta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A0B57-D144-479F-8273-2D8DD2F3C1A3}" type="datetimeFigureOut">
              <a:rPr lang="pl-PL" smtClean="0"/>
              <a:t>12.06.2026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5348662B-D1F3-4C44-93F5-69B5B75C86AB}" type="slidenum">
              <a:rPr lang="pl-PL" smtClean="0"/>
              <a:t>‹#›</a:t>
            </a:fld>
            <a:endParaRPr lang="pl-PL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003929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rta naz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A0B57-D144-479F-8273-2D8DD2F3C1A3}" type="datetimeFigureOut">
              <a:rPr lang="pl-PL" smtClean="0"/>
              <a:t>12.06.2026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5348662B-D1F3-4C44-93F5-69B5B75C86A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1010108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olum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A0B57-D144-479F-8273-2D8DD2F3C1A3}" type="datetimeFigureOut">
              <a:rPr lang="pl-PL" smtClean="0"/>
              <a:t>12.06.2026</a:t>
            </a:fld>
            <a:endParaRPr lang="pl-P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8662B-D1F3-4C44-93F5-69B5B75C86A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555977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olumna obraz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l-PL"/>
              <a:t>Kliknij ikonę, aby dodać obraz</a:t>
            </a:r>
            <a:endParaRPr lang="en-US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l-PL"/>
              <a:t>Kliknij ikonę, aby dodać obraz</a:t>
            </a:r>
            <a:endParaRPr lang="en-US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l-PL"/>
              <a:t>Kliknij ikonę, aby dodać obraz</a:t>
            </a:r>
            <a:endParaRPr lang="en-US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A0B57-D144-479F-8273-2D8DD2F3C1A3}" type="datetimeFigureOut">
              <a:rPr lang="pl-PL" smtClean="0"/>
              <a:t>12.06.2026</a:t>
            </a:fld>
            <a:endParaRPr lang="pl-P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8662B-D1F3-4C44-93F5-69B5B75C86A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6034853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A0B57-D144-479F-8273-2D8DD2F3C1A3}" type="datetimeFigureOut">
              <a:rPr lang="pl-PL" smtClean="0"/>
              <a:t>12.06.2026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48662B-D1F3-4C44-93F5-69B5B75C86A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4421065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DD2A0B57-D144-479F-8273-2D8DD2F3C1A3}" type="datetimeFigureOut">
              <a:rPr lang="pl-PL" smtClean="0"/>
              <a:t>12.06.2026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5348662B-D1F3-4C44-93F5-69B5B75C86A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375104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2A0B57-D144-479F-8273-2D8DD2F3C1A3}" type="datetimeFigureOut">
              <a:rPr lang="pl-PL" smtClean="0"/>
              <a:t>12.06.2026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48662B-D1F3-4C44-93F5-69B5B75C86A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14789184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27" r:id="rId1"/>
    <p:sldLayoutId id="2147483828" r:id="rId2"/>
    <p:sldLayoutId id="2147483829" r:id="rId3"/>
    <p:sldLayoutId id="2147483830" r:id="rId4"/>
    <p:sldLayoutId id="2147483831" r:id="rId5"/>
    <p:sldLayoutId id="2147483832" r:id="rId6"/>
    <p:sldLayoutId id="2147483833" r:id="rId7"/>
    <p:sldLayoutId id="2147483834" r:id="rId8"/>
    <p:sldLayoutId id="2147483835" r:id="rId9"/>
    <p:sldLayoutId id="2147483836" r:id="rId10"/>
    <p:sldLayoutId id="2147483837" r:id="rId11"/>
    <p:sldLayoutId id="2147483838" r:id="rId12"/>
    <p:sldLayoutId id="2147483839" r:id="rId13"/>
    <p:sldLayoutId id="2147483840" r:id="rId14"/>
    <p:sldLayoutId id="2147483841" r:id="rId15"/>
    <p:sldLayoutId id="2147483842" r:id="rId16"/>
    <p:sldLayoutId id="2147483843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228600" algn="ctr" rotWithShape="0">
              <a:prstClr val="black">
                <a:alpha val="53000"/>
              </a:prst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228600" algn="ctr" rotWithShape="0">
              <a:prstClr val="black">
                <a:alpha val="53000"/>
              </a:prst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228600" algn="ctr" rotWithShape="0">
              <a:prstClr val="black">
                <a:alpha val="53000"/>
              </a:prst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228600" algn="ctr" rotWithShape="0">
              <a:prstClr val="black">
                <a:alpha val="53000"/>
              </a:prst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228600" algn="ctr" rotWithShape="0">
              <a:prstClr val="black">
                <a:alpha val="53000"/>
              </a:prst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mailto:as316262@student.polsl.pl" TargetMode="External"/><Relationship Id="rId2" Type="http://schemas.openxmlformats.org/officeDocument/2006/relationships/hyperlink" Target="mailto:kw316241@student.polsl.pl" TargetMode="Externa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40806C6-65E3-F2F2-DB07-802437C1F43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/>
              <a:t>Symulator UAR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52BC65E4-D068-35A2-6142-3CD003126B8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l-PL"/>
              <a:t>Wersja działająca w środowisku sieciowym</a:t>
            </a:r>
          </a:p>
        </p:txBody>
      </p:sp>
    </p:spTree>
    <p:extLst>
      <p:ext uri="{BB962C8B-B14F-4D97-AF65-F5344CB8AC3E}">
        <p14:creationId xmlns:p14="http://schemas.microsoft.com/office/powerpoint/2010/main" val="102090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D1D9202-ADC9-563C-4204-62BA55B39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Najważniejsze poprawki</a:t>
            </a:r>
          </a:p>
        </p:txBody>
      </p:sp>
    </p:spTree>
    <p:extLst>
      <p:ext uri="{BB962C8B-B14F-4D97-AF65-F5344CB8AC3E}">
        <p14:creationId xmlns:p14="http://schemas.microsoft.com/office/powerpoint/2010/main" val="22244432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1371F7-21F9-BEBD-124C-8E8A87D57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ytuł 3">
            <a:extLst>
              <a:ext uri="{FF2B5EF4-FFF2-40B4-BE49-F238E27FC236}">
                <a16:creationId xmlns:a16="http://schemas.microsoft.com/office/drawing/2014/main" id="{17F15C06-E94B-18D3-D5CB-A2497E997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Zagmatwanie przechowywania danych</a:t>
            </a:r>
          </a:p>
        </p:txBody>
      </p:sp>
      <p:pic>
        <p:nvPicPr>
          <p:cNvPr id="9" name="Obraz 8">
            <a:extLst>
              <a:ext uri="{FF2B5EF4-FFF2-40B4-BE49-F238E27FC236}">
                <a16:creationId xmlns:a16="http://schemas.microsoft.com/office/drawing/2014/main" id="{304EB457-C098-E35B-FF95-289F6BA978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7313" y="2078691"/>
            <a:ext cx="2210365" cy="4795702"/>
          </a:xfrm>
          <a:prstGeom prst="rect">
            <a:avLst/>
          </a:prstGeom>
        </p:spPr>
      </p:pic>
      <p:pic>
        <p:nvPicPr>
          <p:cNvPr id="11" name="Obraz 10">
            <a:extLst>
              <a:ext uri="{FF2B5EF4-FFF2-40B4-BE49-F238E27FC236}">
                <a16:creationId xmlns:a16="http://schemas.microsoft.com/office/drawing/2014/main" id="{6C1680D3-A18E-B833-C3A6-F34932457D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123" y="2045905"/>
            <a:ext cx="3223514" cy="4795702"/>
          </a:xfrm>
          <a:prstGeom prst="rect">
            <a:avLst/>
          </a:prstGeom>
        </p:spPr>
      </p:pic>
      <p:pic>
        <p:nvPicPr>
          <p:cNvPr id="13" name="Obraz 12">
            <a:extLst>
              <a:ext uri="{FF2B5EF4-FFF2-40B4-BE49-F238E27FC236}">
                <a16:creationId xmlns:a16="http://schemas.microsoft.com/office/drawing/2014/main" id="{CB70B0A3-B20C-35F4-71C9-E96105AA2A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6308" y="2045905"/>
            <a:ext cx="3565866" cy="4828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27664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ytuł 3">
            <a:extLst>
              <a:ext uri="{FF2B5EF4-FFF2-40B4-BE49-F238E27FC236}">
                <a16:creationId xmlns:a16="http://schemas.microsoft.com/office/drawing/2014/main" id="{6DF60C59-B082-D203-DDE3-A53FDBC3D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Zagmatwanie przechowywania danych</a:t>
            </a:r>
          </a:p>
        </p:txBody>
      </p:sp>
      <p:pic>
        <p:nvPicPr>
          <p:cNvPr id="7" name="Obraz 6">
            <a:extLst>
              <a:ext uri="{FF2B5EF4-FFF2-40B4-BE49-F238E27FC236}">
                <a16:creationId xmlns:a16="http://schemas.microsoft.com/office/drawing/2014/main" id="{DD64439E-2BD2-0AFD-B4E6-551EE0F83D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568" y="2068429"/>
            <a:ext cx="4113077" cy="4789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6569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844D1-3FEB-743F-3A13-91845A035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ytuł 3">
            <a:extLst>
              <a:ext uri="{FF2B5EF4-FFF2-40B4-BE49-F238E27FC236}">
                <a16:creationId xmlns:a16="http://schemas.microsoft.com/office/drawing/2014/main" id="{3A96FE0E-6FA3-8A37-463C-A64C44F99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Naprawa wydajności i błędów ARX</a:t>
            </a:r>
          </a:p>
        </p:txBody>
      </p:sp>
      <p:pic>
        <p:nvPicPr>
          <p:cNvPr id="3" name="Obraz 2">
            <a:extLst>
              <a:ext uri="{FF2B5EF4-FFF2-40B4-BE49-F238E27FC236}">
                <a16:creationId xmlns:a16="http://schemas.microsoft.com/office/drawing/2014/main" id="{35BB1C56-DB31-B4C6-62A6-C5A1CB43D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0400" y="1972198"/>
            <a:ext cx="3898207" cy="4729141"/>
          </a:xfrm>
          <a:prstGeom prst="rect">
            <a:avLst/>
          </a:prstGeom>
        </p:spPr>
      </p:pic>
      <p:pic>
        <p:nvPicPr>
          <p:cNvPr id="7" name="Obraz 6">
            <a:extLst>
              <a:ext uri="{FF2B5EF4-FFF2-40B4-BE49-F238E27FC236}">
                <a16:creationId xmlns:a16="http://schemas.microsoft.com/office/drawing/2014/main" id="{0E45C083-CB4C-0071-B371-869DCFD0AA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554" y="2086905"/>
            <a:ext cx="4700846" cy="4614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65267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7E1B8-AABF-B6F7-6030-B9A144AE0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13455D1-9B77-78C5-F2D0-3155BDAA8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Nawiązywanie połączenia</a:t>
            </a:r>
          </a:p>
        </p:txBody>
      </p:sp>
    </p:spTree>
    <p:extLst>
      <p:ext uri="{BB962C8B-B14F-4D97-AF65-F5344CB8AC3E}">
        <p14:creationId xmlns:p14="http://schemas.microsoft.com/office/powerpoint/2010/main" val="7066537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C673BB-C081-A5B9-3587-95612230D9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ytuł 3">
            <a:extLst>
              <a:ext uri="{FF2B5EF4-FFF2-40B4-BE49-F238E27FC236}">
                <a16:creationId xmlns:a16="http://schemas.microsoft.com/office/drawing/2014/main" id="{7A4CC345-BF05-0B47-47EC-628E8DA64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Nawiązywanie połączenia - okno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487F1C15-7989-A1A5-3DA8-97CACF3F47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52" y="2154025"/>
            <a:ext cx="5276812" cy="2719634"/>
          </a:xfrm>
          <a:prstGeom prst="rect">
            <a:avLst/>
          </a:prstGeom>
        </p:spPr>
      </p:pic>
      <p:pic>
        <p:nvPicPr>
          <p:cNvPr id="8" name="Obraz 7">
            <a:extLst>
              <a:ext uri="{FF2B5EF4-FFF2-40B4-BE49-F238E27FC236}">
                <a16:creationId xmlns:a16="http://schemas.microsoft.com/office/drawing/2014/main" id="{95815BC4-C154-B8EB-3873-76E28F2D3D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8851" y="3429000"/>
            <a:ext cx="5781368" cy="297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4427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B4F0D-8577-D2EA-F56D-E0205EA17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ytuł 3">
            <a:extLst>
              <a:ext uri="{FF2B5EF4-FFF2-40B4-BE49-F238E27FC236}">
                <a16:creationId xmlns:a16="http://schemas.microsoft.com/office/drawing/2014/main" id="{6CAAEE44-D037-07B2-7A2A-C6999AB59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Nawiązywanie połączenia - kod</a:t>
            </a:r>
          </a:p>
        </p:txBody>
      </p:sp>
      <p:pic>
        <p:nvPicPr>
          <p:cNvPr id="7" name="Obraz 6">
            <a:extLst>
              <a:ext uri="{FF2B5EF4-FFF2-40B4-BE49-F238E27FC236}">
                <a16:creationId xmlns:a16="http://schemas.microsoft.com/office/drawing/2014/main" id="{541B63D3-A8A2-0853-840B-0A30B7AD7B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138" y="2122047"/>
            <a:ext cx="6095998" cy="4457204"/>
          </a:xfrm>
          <a:prstGeom prst="rect">
            <a:avLst/>
          </a:prstGeom>
        </p:spPr>
      </p:pic>
      <p:pic>
        <p:nvPicPr>
          <p:cNvPr id="10" name="Obraz 9">
            <a:extLst>
              <a:ext uri="{FF2B5EF4-FFF2-40B4-BE49-F238E27FC236}">
                <a16:creationId xmlns:a16="http://schemas.microsoft.com/office/drawing/2014/main" id="{09BA544A-CEED-A871-8BC6-9BC14462D9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7251" y="2076429"/>
            <a:ext cx="6479354" cy="1613536"/>
          </a:xfrm>
          <a:prstGeom prst="rect">
            <a:avLst/>
          </a:prstGeom>
        </p:spPr>
      </p:pic>
      <p:pic>
        <p:nvPicPr>
          <p:cNvPr id="12" name="Obraz 11">
            <a:extLst>
              <a:ext uri="{FF2B5EF4-FFF2-40B4-BE49-F238E27FC236}">
                <a16:creationId xmlns:a16="http://schemas.microsoft.com/office/drawing/2014/main" id="{750DE896-F3CB-8877-4096-33EC6522E7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9794" y="3833905"/>
            <a:ext cx="5506811" cy="2845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4033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2F59B4-F7A2-B648-3A0A-D8552DB89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48BA931-FF7C-370A-A24B-26A70949E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Przekazywanie konfiguracji</a:t>
            </a:r>
          </a:p>
        </p:txBody>
      </p:sp>
    </p:spTree>
    <p:extLst>
      <p:ext uri="{BB962C8B-B14F-4D97-AF65-F5344CB8AC3E}">
        <p14:creationId xmlns:p14="http://schemas.microsoft.com/office/powerpoint/2010/main" val="6264021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514552-182D-2422-64F3-04D45721B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ytuł 3">
            <a:extLst>
              <a:ext uri="{FF2B5EF4-FFF2-40B4-BE49-F238E27FC236}">
                <a16:creationId xmlns:a16="http://schemas.microsoft.com/office/drawing/2014/main" id="{F45C82BC-217E-2063-8DEA-88597E381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Przekazywanie konfiguracji</a:t>
            </a:r>
          </a:p>
        </p:txBody>
      </p:sp>
      <p:pic>
        <p:nvPicPr>
          <p:cNvPr id="3" name="Obraz 2">
            <a:extLst>
              <a:ext uri="{FF2B5EF4-FFF2-40B4-BE49-F238E27FC236}">
                <a16:creationId xmlns:a16="http://schemas.microsoft.com/office/drawing/2014/main" id="{3B0CA869-801B-83D6-7688-9EAD818001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371" y="1671484"/>
            <a:ext cx="6083220" cy="5088194"/>
          </a:xfrm>
          <a:prstGeom prst="rect">
            <a:avLst/>
          </a:prstGeom>
        </p:spPr>
      </p:pic>
      <p:pic>
        <p:nvPicPr>
          <p:cNvPr id="6" name="Obraz 5">
            <a:extLst>
              <a:ext uri="{FF2B5EF4-FFF2-40B4-BE49-F238E27FC236}">
                <a16:creationId xmlns:a16="http://schemas.microsoft.com/office/drawing/2014/main" id="{1A4697C3-FEA6-F5B3-749D-386472B507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406" y="2148349"/>
            <a:ext cx="5320848" cy="2561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5340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ytuł 3">
            <a:extLst>
              <a:ext uri="{FF2B5EF4-FFF2-40B4-BE49-F238E27FC236}">
                <a16:creationId xmlns:a16="http://schemas.microsoft.com/office/drawing/2014/main" id="{2918BE9A-FA63-084C-82EF-355CCB5A2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Dziękujemy za uwagę</a:t>
            </a:r>
          </a:p>
        </p:txBody>
      </p:sp>
      <p:sp>
        <p:nvSpPr>
          <p:cNvPr id="6" name="Symbol zastępczy tekstu 5">
            <a:extLst>
              <a:ext uri="{FF2B5EF4-FFF2-40B4-BE49-F238E27FC236}">
                <a16:creationId xmlns:a16="http://schemas.microsoft.com/office/drawing/2014/main" id="{19CF2418-43C3-4AB0-052D-54B066BC742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pl-PL"/>
              <a:t>Kamil Warczek</a:t>
            </a:r>
          </a:p>
          <a:p>
            <a:r>
              <a:rPr lang="pl-PL">
                <a:hlinkClick r:id="rId2"/>
              </a:rPr>
              <a:t>kw316241@student.polsl.pl</a:t>
            </a:r>
            <a:endParaRPr lang="pl-PL"/>
          </a:p>
          <a:p>
            <a:r>
              <a:rPr lang="pl-PL"/>
              <a:t>Antoni Surowy</a:t>
            </a:r>
          </a:p>
          <a:p>
            <a:r>
              <a:rPr lang="pl-PL">
                <a:hlinkClick r:id="rId3"/>
              </a:rPr>
              <a:t>as316262@student.polsl.pl</a:t>
            </a:r>
            <a:endParaRPr lang="pl-PL"/>
          </a:p>
          <a:p>
            <a:endParaRPr lang="pl-PL"/>
          </a:p>
          <a:p>
            <a:endParaRPr lang="pl-PL"/>
          </a:p>
        </p:txBody>
      </p:sp>
      <p:sp>
        <p:nvSpPr>
          <p:cNvPr id="2" name="Symbol zastępczy obrazu 1">
            <a:extLst>
              <a:ext uri="{FF2B5EF4-FFF2-40B4-BE49-F238E27FC236}">
                <a16:creationId xmlns:a16="http://schemas.microsoft.com/office/drawing/2014/main" id="{51CBE6A2-BF64-B2C1-F346-C9AF61491D4E}"/>
              </a:ext>
            </a:extLst>
          </p:cNvPr>
          <p:cNvSpPr>
            <a:spLocks noGrp="1"/>
          </p:cNvSpPr>
          <p:nvPr>
            <p:ph type="pic" idx="1"/>
          </p:nvPr>
        </p:nvSpPr>
        <p:spPr/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19041043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6A9C41"/>
      </a:dk2>
      <a:lt2>
        <a:srgbClr val="E7E6E6"/>
      </a:lt2>
      <a:accent1>
        <a:srgbClr val="A7D535"/>
      </a:accent1>
      <a:accent2>
        <a:srgbClr val="EACA4F"/>
      </a:accent2>
      <a:accent3>
        <a:srgbClr val="FD9850"/>
      </a:accent3>
      <a:accent4>
        <a:srgbClr val="F46442"/>
      </a:accent4>
      <a:accent5>
        <a:srgbClr val="54D289"/>
      </a:accent5>
      <a:accent6>
        <a:srgbClr val="6AD8CB"/>
      </a:accent6>
      <a:hlink>
        <a:srgbClr val="CAFB50"/>
      </a:hlink>
      <a:folHlink>
        <a:srgbClr val="DEFF8B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92000"/>
                <a:satMod val="200000"/>
                <a:lumMod val="13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106000"/>
                <a:satMod val="120000"/>
                <a:lumMod val="7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B587E4A9-1405-4B4F-8BC3-512EE08D2EBF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0</TotalTime>
  <Words>56</Words>
  <Application>Microsoft Office PowerPoint</Application>
  <PresentationFormat>Panoramiczny</PresentationFormat>
  <Paragraphs>17</Paragraphs>
  <Slides>11</Slides>
  <Notes>1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11</vt:i4>
      </vt:variant>
    </vt:vector>
  </HeadingPairs>
  <TitlesOfParts>
    <vt:vector size="15" baseType="lpstr">
      <vt:lpstr>Aptos</vt:lpstr>
      <vt:lpstr>Arial</vt:lpstr>
      <vt:lpstr>Trebuchet MS</vt:lpstr>
      <vt:lpstr>Berlin</vt:lpstr>
      <vt:lpstr>Symulator UAR</vt:lpstr>
      <vt:lpstr>Najważniejsze poprawki</vt:lpstr>
      <vt:lpstr>Zagmatwanie przechowywania danych</vt:lpstr>
      <vt:lpstr>Zagmatwanie przechowywania danych</vt:lpstr>
      <vt:lpstr>Naprawa wydajności i błędów ARX</vt:lpstr>
      <vt:lpstr>Nawiązywanie połączenia</vt:lpstr>
      <vt:lpstr>Nawiązywanie połączenia - okno</vt:lpstr>
      <vt:lpstr>Nawiązywanie połączenia - kod</vt:lpstr>
      <vt:lpstr>Przekazywanie konfiguracji</vt:lpstr>
      <vt:lpstr>Przekazywanie konfiguracji</vt:lpstr>
      <vt:lpstr>Dziękujemy za uwagę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Kamil Warczek (kw316241)</dc:creator>
  <cp:lastModifiedBy>Kamil Warczek (kw316241)</cp:lastModifiedBy>
  <cp:revision>2</cp:revision>
  <dcterms:created xsi:type="dcterms:W3CDTF">2026-03-18T22:01:09Z</dcterms:created>
  <dcterms:modified xsi:type="dcterms:W3CDTF">2026-06-12T09:01:47Z</dcterms:modified>
</cp:coreProperties>
</file>